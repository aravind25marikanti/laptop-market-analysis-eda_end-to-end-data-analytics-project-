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61" r:id="rId5"/>
    <p:sldId id="262" r:id="rId6"/>
    <p:sldId id="281" r:id="rId7"/>
    <p:sldId id="282" r:id="rId8"/>
    <p:sldId id="283" r:id="rId9"/>
    <p:sldId id="264" r:id="rId10"/>
    <p:sldId id="266" r:id="rId11"/>
    <p:sldId id="269" r:id="rId12"/>
    <p:sldId id="278" r:id="rId13"/>
    <p:sldId id="284" r:id="rId14"/>
    <p:sldId id="270" r:id="rId15"/>
    <p:sldId id="285" r:id="rId16"/>
    <p:sldId id="276" r:id="rId17"/>
    <p:sldId id="286" r:id="rId18"/>
    <p:sldId id="287" r:id="rId19"/>
    <p:sldId id="288" r:id="rId20"/>
    <p:sldId id="289" r:id="rId21"/>
    <p:sldId id="290" r:id="rId22"/>
    <p:sldId id="291" r:id="rId23"/>
    <p:sldId id="272" r:id="rId24"/>
    <p:sldId id="292" r:id="rId25"/>
    <p:sldId id="268" r:id="rId26"/>
    <p:sldId id="273" r:id="rId27"/>
    <p:sldId id="293" r:id="rId28"/>
    <p:sldId id="259" r:id="rId2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1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avind Marikanti" userId="250da7a957f5eb55" providerId="LiveId" clId="{B65F500B-4139-441B-B063-A51CC3BEF952}"/>
    <pc:docChg chg="undo custSel addSld delSld modSld sldOrd">
      <pc:chgData name="Aravind Marikanti" userId="250da7a957f5eb55" providerId="LiveId" clId="{B65F500B-4139-441B-B063-A51CC3BEF952}" dt="2026-10-08T07:26:26.015" v="4249" actId="1076"/>
      <pc:docMkLst>
        <pc:docMk/>
      </pc:docMkLst>
      <pc:sldChg chg="addSp modSp mod">
        <pc:chgData name="Aravind Marikanti" userId="250da7a957f5eb55" providerId="LiveId" clId="{B65F500B-4139-441B-B063-A51CC3BEF952}" dt="2026-10-07T11:03:32.731" v="3237" actId="20577"/>
        <pc:sldMkLst>
          <pc:docMk/>
          <pc:sldMk cId="0" sldId="256"/>
        </pc:sldMkLst>
        <pc:spChg chg="mod">
          <ac:chgData name="Aravind Marikanti" userId="250da7a957f5eb55" providerId="LiveId" clId="{B65F500B-4139-441B-B063-A51CC3BEF952}" dt="2026-10-07T11:03:32.731" v="3237" actId="20577"/>
          <ac:spMkLst>
            <pc:docMk/>
            <pc:sldMk cId="0" sldId="256"/>
            <ac:spMk id="99" creationId="{00000000-0000-0000-0000-000000000000}"/>
          </ac:spMkLst>
        </pc:spChg>
      </pc:sldChg>
      <pc:sldChg chg="addSp delSp modSp mod">
        <pc:chgData name="Aravind Marikanti" userId="250da7a957f5eb55" providerId="LiveId" clId="{B65F500B-4139-441B-B063-A51CC3BEF952}" dt="2026-10-08T07:26:26.015" v="4249" actId="1076"/>
        <pc:sldMkLst>
          <pc:docMk/>
          <pc:sldMk cId="0" sldId="257"/>
        </pc:sldMkLst>
        <pc:spChg chg="mod">
          <ac:chgData name="Aravind Marikanti" userId="250da7a957f5eb55" providerId="LiveId" clId="{B65F500B-4139-441B-B063-A51CC3BEF952}" dt="2026-10-08T07:26:26.015" v="4249" actId="1076"/>
          <ac:spMkLst>
            <pc:docMk/>
            <pc:sldMk cId="0" sldId="257"/>
            <ac:spMk id="104" creationId="{00000000-0000-0000-0000-000000000000}"/>
          </ac:spMkLst>
        </pc:spChg>
      </pc:sldChg>
      <pc:sldChg chg="addSp delSp modSp mod">
        <pc:chgData name="Aravind Marikanti" userId="250da7a957f5eb55" providerId="LiveId" clId="{B65F500B-4139-441B-B063-A51CC3BEF952}" dt="2026-10-07T14:50:54.081" v="4198" actId="20577"/>
        <pc:sldMkLst>
          <pc:docMk/>
          <pc:sldMk cId="0" sldId="258"/>
        </pc:sldMkLst>
        <pc:spChg chg="mod">
          <ac:chgData name="Aravind Marikanti" userId="250da7a957f5eb55" providerId="LiveId" clId="{B65F500B-4139-441B-B063-A51CC3BEF952}" dt="2026-10-07T14:50:54.081" v="4198" actId="20577"/>
          <ac:spMkLst>
            <pc:docMk/>
            <pc:sldMk cId="0" sldId="258"/>
            <ac:spMk id="111" creationId="{00000000-0000-0000-0000-000000000000}"/>
          </ac:spMkLst>
        </pc:spChg>
        <pc:picChg chg="add del mod">
          <ac:chgData name="Aravind Marikanti" userId="250da7a957f5eb55" providerId="LiveId" clId="{B65F500B-4139-441B-B063-A51CC3BEF952}" dt="2026-10-07T09:42:23.213" v="2896" actId="478"/>
          <ac:picMkLst>
            <pc:docMk/>
            <pc:sldMk cId="0" sldId="258"/>
            <ac:picMk id="3" creationId="{DDCE1C4A-EDA9-8524-EECA-896A28E73C00}"/>
          </ac:picMkLst>
        </pc:picChg>
      </pc:sldChg>
      <pc:sldChg chg="addSp delSp modSp mod">
        <pc:chgData name="Aravind Marikanti" userId="250da7a957f5eb55" providerId="LiveId" clId="{B65F500B-4139-441B-B063-A51CC3BEF952}" dt="2026-07-01T10:21:00.569" v="1516"/>
        <pc:sldMkLst>
          <pc:docMk/>
          <pc:sldMk cId="0" sldId="259"/>
        </pc:sldMkLst>
      </pc:sldChg>
      <pc:sldChg chg="addSp modSp new del mod">
        <pc:chgData name="Aravind Marikanti" userId="250da7a957f5eb55" providerId="LiveId" clId="{B65F500B-4139-441B-B063-A51CC3BEF952}" dt="2026-07-01T10:17:06.368" v="1472" actId="2696"/>
        <pc:sldMkLst>
          <pc:docMk/>
          <pc:sldMk cId="2984474585" sldId="260"/>
        </pc:sldMkLst>
      </pc:sldChg>
      <pc:sldChg chg="addSp delSp modSp add del mod">
        <pc:chgData name="Aravind Marikanti" userId="250da7a957f5eb55" providerId="LiveId" clId="{B65F500B-4139-441B-B063-A51CC3BEF952}" dt="2026-10-07T09:36:40.884" v="2866"/>
        <pc:sldMkLst>
          <pc:docMk/>
          <pc:sldMk cId="244814439" sldId="261"/>
        </pc:sldMkLst>
        <pc:spChg chg="add del mod">
          <ac:chgData name="Aravind Marikanti" userId="250da7a957f5eb55" providerId="LiveId" clId="{B65F500B-4139-441B-B063-A51CC3BEF952}" dt="2026-10-07T09:22:22.152" v="2823" actId="478"/>
          <ac:spMkLst>
            <pc:docMk/>
            <pc:sldMk cId="244814439" sldId="261"/>
            <ac:spMk id="2" creationId="{C7CBD194-6B65-CF97-24E5-6AD4933DCCF3}"/>
          </ac:spMkLst>
        </pc:spChg>
        <pc:spChg chg="add del mod">
          <ac:chgData name="Aravind Marikanti" userId="250da7a957f5eb55" providerId="LiveId" clId="{B65F500B-4139-441B-B063-A51CC3BEF952}" dt="2026-10-07T09:27:46.547" v="2835" actId="478"/>
          <ac:spMkLst>
            <pc:docMk/>
            <pc:sldMk cId="244814439" sldId="261"/>
            <ac:spMk id="3" creationId="{CC471AA9-302F-29ED-64EF-A94BEBDA9450}"/>
          </ac:spMkLst>
        </pc:spChg>
        <pc:spChg chg="add">
          <ac:chgData name="Aravind Marikanti" userId="250da7a957f5eb55" providerId="LiveId" clId="{B65F500B-4139-441B-B063-A51CC3BEF952}" dt="2026-10-07T09:35:43.506" v="2850"/>
          <ac:spMkLst>
            <pc:docMk/>
            <pc:sldMk cId="244814439" sldId="261"/>
            <ac:spMk id="4" creationId="{31E67DED-34B5-CA84-018B-34625A1E2EE7}"/>
          </ac:spMkLst>
        </pc:spChg>
        <pc:spChg chg="add">
          <ac:chgData name="Aravind Marikanti" userId="250da7a957f5eb55" providerId="LiveId" clId="{B65F500B-4139-441B-B063-A51CC3BEF952}" dt="2026-10-07T09:35:47.984" v="2852"/>
          <ac:spMkLst>
            <pc:docMk/>
            <pc:sldMk cId="244814439" sldId="261"/>
            <ac:spMk id="5" creationId="{CB17D365-BC60-49AF-1920-D38467C8C513}"/>
          </ac:spMkLst>
        </pc:spChg>
        <pc:spChg chg="mod">
          <ac:chgData name="Aravind Marikanti" userId="250da7a957f5eb55" providerId="LiveId" clId="{B65F500B-4139-441B-B063-A51CC3BEF952}" dt="2026-10-07T09:19:11.867" v="2817" actId="20577"/>
          <ac:spMkLst>
            <pc:docMk/>
            <pc:sldMk cId="244814439" sldId="261"/>
            <ac:spMk id="6" creationId="{026D8233-B946-14A8-4453-B04B22E32DA4}"/>
          </ac:spMkLst>
        </pc:spChg>
        <pc:spChg chg="add del mod">
          <ac:chgData name="Aravind Marikanti" userId="250da7a957f5eb55" providerId="LiveId" clId="{B65F500B-4139-441B-B063-A51CC3BEF952}" dt="2026-10-07T09:36:40.884" v="2866"/>
          <ac:spMkLst>
            <pc:docMk/>
            <pc:sldMk cId="244814439" sldId="261"/>
            <ac:spMk id="7" creationId="{7CA83240-9E7B-A78C-98A8-45D7EC4F7426}"/>
          </ac:spMkLst>
        </pc:spChg>
        <pc:spChg chg="mod">
          <ac:chgData name="Aravind Marikanti" userId="250da7a957f5eb55" providerId="LiveId" clId="{B65F500B-4139-441B-B063-A51CC3BEF952}" dt="2026-10-07T09:28:27.327" v="2841" actId="1076"/>
          <ac:spMkLst>
            <pc:docMk/>
            <pc:sldMk cId="244814439" sldId="261"/>
            <ac:spMk id="8" creationId="{A98B9C4F-1679-2D05-C510-FE690742176F}"/>
          </ac:spMkLst>
        </pc:spChg>
        <pc:spChg chg="add del mod">
          <ac:chgData name="Aravind Marikanti" userId="250da7a957f5eb55" providerId="LiveId" clId="{B65F500B-4139-441B-B063-A51CC3BEF952}" dt="2026-10-07T09:36:10.421" v="2861" actId="767"/>
          <ac:spMkLst>
            <pc:docMk/>
            <pc:sldMk cId="244814439" sldId="261"/>
            <ac:spMk id="9" creationId="{BE85532A-EB91-37C9-062D-091F161F6AF2}"/>
          </ac:spMkLst>
        </pc:spChg>
        <pc:spChg chg="add">
          <ac:chgData name="Aravind Marikanti" userId="250da7a957f5eb55" providerId="LiveId" clId="{B65F500B-4139-441B-B063-A51CC3BEF952}" dt="2026-10-07T09:36:05.772" v="2856"/>
          <ac:spMkLst>
            <pc:docMk/>
            <pc:sldMk cId="244814439" sldId="261"/>
            <ac:spMk id="10" creationId="{49099A43-3839-7F4E-213E-BA53CFDEFF40}"/>
          </ac:spMkLst>
        </pc:spChg>
        <pc:spChg chg="add">
          <ac:chgData name="Aravind Marikanti" userId="250da7a957f5eb55" providerId="LiveId" clId="{B65F500B-4139-441B-B063-A51CC3BEF952}" dt="2026-10-07T09:36:14.660" v="2864"/>
          <ac:spMkLst>
            <pc:docMk/>
            <pc:sldMk cId="244814439" sldId="261"/>
            <ac:spMk id="11" creationId="{65B18542-7B76-F0D4-A9AA-CB509F4BD978}"/>
          </ac:spMkLst>
        </pc:spChg>
      </pc:sldChg>
      <pc:sldChg chg="new del">
        <pc:chgData name="Aravind Marikanti" userId="250da7a957f5eb55" providerId="LiveId" clId="{B65F500B-4139-441B-B063-A51CC3BEF952}" dt="2026-07-01T09:19:24.337" v="676" actId="680"/>
        <pc:sldMkLst>
          <pc:docMk/>
          <pc:sldMk cId="717213926" sldId="262"/>
        </pc:sldMkLst>
      </pc:sldChg>
      <pc:sldChg chg="addSp delSp modSp add del mod">
        <pc:chgData name="Aravind Marikanti" userId="250da7a957f5eb55" providerId="LiveId" clId="{B65F500B-4139-441B-B063-A51CC3BEF952}" dt="2026-10-07T09:40:49.301" v="2891" actId="2711"/>
        <pc:sldMkLst>
          <pc:docMk/>
          <pc:sldMk cId="3849416661" sldId="262"/>
        </pc:sldMkLst>
        <pc:spChg chg="mod">
          <ac:chgData name="Aravind Marikanti" userId="250da7a957f5eb55" providerId="LiveId" clId="{B65F500B-4139-441B-B063-A51CC3BEF952}" dt="2026-10-07T09:29:35.992" v="2845" actId="2711"/>
          <ac:spMkLst>
            <pc:docMk/>
            <pc:sldMk cId="3849416661" sldId="262"/>
            <ac:spMk id="9" creationId="{94AD82F3-51FA-90F0-1F36-CA237E204147}"/>
          </ac:spMkLst>
        </pc:spChg>
        <pc:spChg chg="mod">
          <ac:chgData name="Aravind Marikanti" userId="250da7a957f5eb55" providerId="LiveId" clId="{B65F500B-4139-441B-B063-A51CC3BEF952}" dt="2026-10-07T09:40:49.301" v="2891" actId="2711"/>
          <ac:spMkLst>
            <pc:docMk/>
            <pc:sldMk cId="3849416661" sldId="262"/>
            <ac:spMk id="22" creationId="{A5EA11D4-1AF3-DFF8-0CDC-5F34356E9686}"/>
          </ac:spMkLst>
        </pc:spChg>
      </pc:sldChg>
      <pc:sldChg chg="addSp delSp modSp add del mod">
        <pc:chgData name="Aravind Marikanti" userId="250da7a957f5eb55" providerId="LiveId" clId="{B65F500B-4139-441B-B063-A51CC3BEF952}" dt="2026-09-06T12:33:38.468" v="2585" actId="2696"/>
        <pc:sldMkLst>
          <pc:docMk/>
          <pc:sldMk cId="1175910308" sldId="263"/>
        </pc:sldMkLst>
      </pc:sldChg>
      <pc:sldChg chg="addSp delSp modSp add mod">
        <pc:chgData name="Aravind Marikanti" userId="250da7a957f5eb55" providerId="LiveId" clId="{B65F500B-4139-441B-B063-A51CC3BEF952}" dt="2026-10-07T11:04:28.576" v="3238" actId="1076"/>
        <pc:sldMkLst>
          <pc:docMk/>
          <pc:sldMk cId="766983244" sldId="264"/>
        </pc:sldMkLst>
        <pc:spChg chg="mod">
          <ac:chgData name="Aravind Marikanti" userId="250da7a957f5eb55" providerId="LiveId" clId="{B65F500B-4139-441B-B063-A51CC3BEF952}" dt="2026-10-07T10:14:32.460" v="3005" actId="207"/>
          <ac:spMkLst>
            <pc:docMk/>
            <pc:sldMk cId="766983244" sldId="264"/>
            <ac:spMk id="6" creationId="{7BFDB9BD-1623-27EF-2DD8-7C0FDDD68F52}"/>
          </ac:spMkLst>
        </pc:spChg>
        <pc:spChg chg="mod">
          <ac:chgData name="Aravind Marikanti" userId="250da7a957f5eb55" providerId="LiveId" clId="{B65F500B-4139-441B-B063-A51CC3BEF952}" dt="2026-10-07T11:02:03.676" v="3224" actId="20577"/>
          <ac:spMkLst>
            <pc:docMk/>
            <pc:sldMk cId="766983244" sldId="264"/>
            <ac:spMk id="7" creationId="{56458B7C-D7C3-DC00-2209-298386806A4A}"/>
          </ac:spMkLst>
        </pc:spChg>
        <pc:spChg chg="mod">
          <ac:chgData name="Aravind Marikanti" userId="250da7a957f5eb55" providerId="LiveId" clId="{B65F500B-4139-441B-B063-A51CC3BEF952}" dt="2026-10-07T11:04:28.576" v="3238" actId="1076"/>
          <ac:spMkLst>
            <pc:docMk/>
            <pc:sldMk cId="766983244" sldId="264"/>
            <ac:spMk id="8" creationId="{3D40A567-4B3D-808E-722B-A7A42E5075A6}"/>
          </ac:spMkLst>
        </pc:spChg>
        <pc:spChg chg="mod">
          <ac:chgData name="Aravind Marikanti" userId="250da7a957f5eb55" providerId="LiveId" clId="{B65F500B-4139-441B-B063-A51CC3BEF952}" dt="2026-10-07T11:02:09.712" v="3226" actId="20577"/>
          <ac:spMkLst>
            <pc:docMk/>
            <pc:sldMk cId="766983244" sldId="264"/>
            <ac:spMk id="9" creationId="{41652F49-02C3-4212-084E-B3C49F8E8355}"/>
          </ac:spMkLst>
        </pc:spChg>
        <pc:spChg chg="mod">
          <ac:chgData name="Aravind Marikanti" userId="250da7a957f5eb55" providerId="LiveId" clId="{B65F500B-4139-441B-B063-A51CC3BEF952}" dt="2026-10-07T11:02:13.216" v="3227" actId="20577"/>
          <ac:spMkLst>
            <pc:docMk/>
            <pc:sldMk cId="766983244" sldId="264"/>
            <ac:spMk id="10" creationId="{EFB7B877-0F8B-A986-0CFD-4B797DC68750}"/>
          </ac:spMkLst>
        </pc:spChg>
        <pc:spChg chg="mod">
          <ac:chgData name="Aravind Marikanti" userId="250da7a957f5eb55" providerId="LiveId" clId="{B65F500B-4139-441B-B063-A51CC3BEF952}" dt="2026-10-07T10:43:04.978" v="3200" actId="20577"/>
          <ac:spMkLst>
            <pc:docMk/>
            <pc:sldMk cId="766983244" sldId="264"/>
            <ac:spMk id="11" creationId="{35711ACB-7632-C74C-D2A8-09DF64678CD4}"/>
          </ac:spMkLst>
        </pc:spChg>
        <pc:spChg chg="del mod">
          <ac:chgData name="Aravind Marikanti" userId="250da7a957f5eb55" providerId="LiveId" clId="{B65F500B-4139-441B-B063-A51CC3BEF952}" dt="2026-10-07T10:37:06.840" v="3103" actId="478"/>
          <ac:spMkLst>
            <pc:docMk/>
            <pc:sldMk cId="766983244" sldId="264"/>
            <ac:spMk id="12" creationId="{F98919DC-338B-1EE5-9875-4BFDCB2890BF}"/>
          </ac:spMkLst>
        </pc:spChg>
      </pc:sldChg>
      <pc:sldChg chg="addSp delSp modSp add del mod">
        <pc:chgData name="Aravind Marikanti" userId="250da7a957f5eb55" providerId="LiveId" clId="{B65F500B-4139-441B-B063-A51CC3BEF952}" dt="2026-09-06T12:42:37.337" v="2616" actId="2696"/>
        <pc:sldMkLst>
          <pc:docMk/>
          <pc:sldMk cId="2962210133" sldId="265"/>
        </pc:sldMkLst>
      </pc:sldChg>
      <pc:sldChg chg="addSp delSp modSp add mod ord">
        <pc:chgData name="Aravind Marikanti" userId="250da7a957f5eb55" providerId="LiveId" clId="{B65F500B-4139-441B-B063-A51CC3BEF952}" dt="2026-10-07T13:18:52.279" v="3489" actId="1076"/>
        <pc:sldMkLst>
          <pc:docMk/>
          <pc:sldMk cId="1615915727" sldId="266"/>
        </pc:sldMkLst>
        <pc:spChg chg="add">
          <ac:chgData name="Aravind Marikanti" userId="250da7a957f5eb55" providerId="LiveId" clId="{B65F500B-4139-441B-B063-A51CC3BEF952}" dt="2026-10-07T11:00:10.203" v="3212"/>
          <ac:spMkLst>
            <pc:docMk/>
            <pc:sldMk cId="1615915727" sldId="266"/>
            <ac:spMk id="2" creationId="{09FABA75-1D90-660A-B627-B6217584780A}"/>
          </ac:spMkLst>
        </pc:spChg>
        <pc:spChg chg="mod">
          <ac:chgData name="Aravind Marikanti" userId="250da7a957f5eb55" providerId="LiveId" clId="{B65F500B-4139-441B-B063-A51CC3BEF952}" dt="2026-10-07T10:53:03.629" v="3204" actId="207"/>
          <ac:spMkLst>
            <pc:docMk/>
            <pc:sldMk cId="1615915727" sldId="266"/>
            <ac:spMk id="6" creationId="{E6DA333A-8232-C569-0070-DE61029F5E84}"/>
          </ac:spMkLst>
        </pc:spChg>
        <pc:spChg chg="del mod">
          <ac:chgData name="Aravind Marikanti" userId="250da7a957f5eb55" providerId="LiveId" clId="{B65F500B-4139-441B-B063-A51CC3BEF952}" dt="2026-10-07T11:00:31.565" v="3217" actId="478"/>
          <ac:spMkLst>
            <pc:docMk/>
            <pc:sldMk cId="1615915727" sldId="266"/>
            <ac:spMk id="7" creationId="{764F0E0D-5987-E12F-278B-9CDFC8BE0DFA}"/>
          </ac:spMkLst>
        </pc:spChg>
        <pc:spChg chg="mod">
          <ac:chgData name="Aravind Marikanti" userId="250da7a957f5eb55" providerId="LiveId" clId="{B65F500B-4139-441B-B063-A51CC3BEF952}" dt="2026-10-07T13:18:52.279" v="3489" actId="1076"/>
          <ac:spMkLst>
            <pc:docMk/>
            <pc:sldMk cId="1615915727" sldId="266"/>
            <ac:spMk id="9" creationId="{07726A57-A7A1-050D-1E42-0E238D81D8FE}"/>
          </ac:spMkLst>
        </pc:spChg>
        <pc:spChg chg="del">
          <ac:chgData name="Aravind Marikanti" userId="250da7a957f5eb55" providerId="LiveId" clId="{B65F500B-4139-441B-B063-A51CC3BEF952}" dt="2026-10-07T11:00:34.497" v="3218" actId="478"/>
          <ac:spMkLst>
            <pc:docMk/>
            <pc:sldMk cId="1615915727" sldId="266"/>
            <ac:spMk id="11" creationId="{56238546-E3EF-987E-0D73-1F43E378E4A3}"/>
          </ac:spMkLst>
        </pc:spChg>
      </pc:sldChg>
      <pc:sldChg chg="addSp delSp modSp add del mod">
        <pc:chgData name="Aravind Marikanti" userId="250da7a957f5eb55" providerId="LiveId" clId="{B65F500B-4139-441B-B063-A51CC3BEF952}" dt="2026-10-07T14:47:11.363" v="4170" actId="2696"/>
        <pc:sldMkLst>
          <pc:docMk/>
          <pc:sldMk cId="457376663" sldId="267"/>
        </pc:sldMkLst>
      </pc:sldChg>
      <pc:sldChg chg="addSp delSp modSp add mod ord">
        <pc:chgData name="Aravind Marikanti" userId="250da7a957f5eb55" providerId="LiveId" clId="{B65F500B-4139-441B-B063-A51CC3BEF952}" dt="2026-10-08T07:09:04.809" v="4221" actId="20578"/>
        <pc:sldMkLst>
          <pc:docMk/>
          <pc:sldMk cId="1263030974" sldId="268"/>
        </pc:sldMkLst>
        <pc:spChg chg="add del">
          <ac:chgData name="Aravind Marikanti" userId="250da7a957f5eb55" providerId="LiveId" clId="{B65F500B-4139-441B-B063-A51CC3BEF952}" dt="2026-10-07T14:47:34.744" v="4178" actId="22"/>
          <ac:spMkLst>
            <pc:docMk/>
            <pc:sldMk cId="1263030974" sldId="268"/>
            <ac:spMk id="3" creationId="{60691A85-5684-C911-247F-8EED7397749D}"/>
          </ac:spMkLst>
        </pc:spChg>
        <pc:spChg chg="add mod">
          <ac:chgData name="Aravind Marikanti" userId="250da7a957f5eb55" providerId="LiveId" clId="{B65F500B-4139-441B-B063-A51CC3BEF952}" dt="2026-10-07T14:50:18.433" v="4185" actId="14100"/>
          <ac:spMkLst>
            <pc:docMk/>
            <pc:sldMk cId="1263030974" sldId="268"/>
            <ac:spMk id="5" creationId="{E5EE476F-142F-A100-0DB8-E25FC8806C0E}"/>
          </ac:spMkLst>
        </pc:spChg>
        <pc:spChg chg="del">
          <ac:chgData name="Aravind Marikanti" userId="250da7a957f5eb55" providerId="LiveId" clId="{B65F500B-4139-441B-B063-A51CC3BEF952}" dt="2026-10-07T14:47:31.394" v="4176" actId="478"/>
          <ac:spMkLst>
            <pc:docMk/>
            <pc:sldMk cId="1263030974" sldId="268"/>
            <ac:spMk id="10" creationId="{0C21D081-244E-40A7-F4F1-655267F8C42A}"/>
          </ac:spMkLst>
        </pc:spChg>
        <pc:spChg chg="del">
          <ac:chgData name="Aravind Marikanti" userId="250da7a957f5eb55" providerId="LiveId" clId="{B65F500B-4139-441B-B063-A51CC3BEF952}" dt="2026-10-07T14:47:27.500" v="4175" actId="478"/>
          <ac:spMkLst>
            <pc:docMk/>
            <pc:sldMk cId="1263030974" sldId="268"/>
            <ac:spMk id="11" creationId="{A1AF66FE-B9EC-6653-9B80-14F0FB912FC9}"/>
          </ac:spMkLst>
        </pc:spChg>
      </pc:sldChg>
      <pc:sldChg chg="addSp delSp modSp add mod">
        <pc:chgData name="Aravind Marikanti" userId="250da7a957f5eb55" providerId="LiveId" clId="{B65F500B-4139-441B-B063-A51CC3BEF952}" dt="2026-10-07T12:59:12.412" v="3290" actId="13822"/>
        <pc:sldMkLst>
          <pc:docMk/>
          <pc:sldMk cId="2833844627" sldId="269"/>
        </pc:sldMkLst>
        <pc:spChg chg="add del">
          <ac:chgData name="Aravind Marikanti" userId="250da7a957f5eb55" providerId="LiveId" clId="{B65F500B-4139-441B-B063-A51CC3BEF952}" dt="2026-10-07T12:51:06.601" v="3248" actId="22"/>
          <ac:spMkLst>
            <pc:docMk/>
            <pc:sldMk cId="2833844627" sldId="269"/>
            <ac:spMk id="3" creationId="{8AF91A83-32DD-3BF3-F4F4-07852F2D0649}"/>
          </ac:spMkLst>
        </pc:spChg>
        <pc:spChg chg="add del">
          <ac:chgData name="Aravind Marikanti" userId="250da7a957f5eb55" providerId="LiveId" clId="{B65F500B-4139-441B-B063-A51CC3BEF952}" dt="2026-10-07T12:51:40.062" v="3250" actId="22"/>
          <ac:spMkLst>
            <pc:docMk/>
            <pc:sldMk cId="2833844627" sldId="269"/>
            <ac:spMk id="5" creationId="{EE79B22E-9E92-5ACC-97E3-B366A19ECAC6}"/>
          </ac:spMkLst>
        </pc:spChg>
        <pc:spChg chg="mod">
          <ac:chgData name="Aravind Marikanti" userId="250da7a957f5eb55" providerId="LiveId" clId="{B65F500B-4139-441B-B063-A51CC3BEF952}" dt="2026-10-07T11:06:05.290" v="3242" actId="207"/>
          <ac:spMkLst>
            <pc:docMk/>
            <pc:sldMk cId="2833844627" sldId="269"/>
            <ac:spMk id="7" creationId="{4FDAEB45-D4F1-A75F-E465-B1AB2B09B6AF}"/>
          </ac:spMkLst>
        </pc:spChg>
        <pc:spChg chg="del mod">
          <ac:chgData name="Aravind Marikanti" userId="250da7a957f5eb55" providerId="LiveId" clId="{B65F500B-4139-441B-B063-A51CC3BEF952}" dt="2026-10-07T11:06:13.646" v="3245" actId="478"/>
          <ac:spMkLst>
            <pc:docMk/>
            <pc:sldMk cId="2833844627" sldId="269"/>
            <ac:spMk id="8" creationId="{56F73910-888E-8CA6-1445-EC15A4BD1875}"/>
          </ac:spMkLst>
        </pc:spChg>
        <pc:spChg chg="del">
          <ac:chgData name="Aravind Marikanti" userId="250da7a957f5eb55" providerId="LiveId" clId="{B65F500B-4139-441B-B063-A51CC3BEF952}" dt="2026-10-07T11:06:11.389" v="3244" actId="478"/>
          <ac:spMkLst>
            <pc:docMk/>
            <pc:sldMk cId="2833844627" sldId="269"/>
            <ac:spMk id="9" creationId="{A87A4AF0-2DF2-0F34-0244-B9F67FDC648D}"/>
          </ac:spMkLst>
        </pc:spChg>
        <pc:spChg chg="del">
          <ac:chgData name="Aravind Marikanti" userId="250da7a957f5eb55" providerId="LiveId" clId="{B65F500B-4139-441B-B063-A51CC3BEF952}" dt="2026-10-07T11:06:16.870" v="3246" actId="478"/>
          <ac:spMkLst>
            <pc:docMk/>
            <pc:sldMk cId="2833844627" sldId="269"/>
            <ac:spMk id="10" creationId="{382E377A-0770-2931-865F-74F5DE74CF48}"/>
          </ac:spMkLst>
        </pc:spChg>
        <pc:spChg chg="add">
          <ac:chgData name="Aravind Marikanti" userId="250da7a957f5eb55" providerId="LiveId" clId="{B65F500B-4139-441B-B063-A51CC3BEF952}" dt="2026-10-07T12:54:26.028" v="3258"/>
          <ac:spMkLst>
            <pc:docMk/>
            <pc:sldMk cId="2833844627" sldId="269"/>
            <ac:spMk id="15" creationId="{01411F2B-78E7-F034-C377-D4ED629340EC}"/>
          </ac:spMkLst>
        </pc:spChg>
        <pc:spChg chg="add mod">
          <ac:chgData name="Aravind Marikanti" userId="250da7a957f5eb55" providerId="LiveId" clId="{B65F500B-4139-441B-B063-A51CC3BEF952}" dt="2026-10-07T12:59:12.412" v="3290" actId="13822"/>
          <ac:spMkLst>
            <pc:docMk/>
            <pc:sldMk cId="2833844627" sldId="269"/>
            <ac:spMk id="16" creationId="{0E335FBF-8063-126C-B874-F2730B5DD714}"/>
          </ac:spMkLst>
        </pc:spChg>
        <pc:spChg chg="add">
          <ac:chgData name="Aravind Marikanti" userId="250da7a957f5eb55" providerId="LiveId" clId="{B65F500B-4139-441B-B063-A51CC3BEF952}" dt="2026-10-07T12:54:34.458" v="3260"/>
          <ac:spMkLst>
            <pc:docMk/>
            <pc:sldMk cId="2833844627" sldId="269"/>
            <ac:spMk id="17" creationId="{A20CF4BF-EBC3-BCA8-9016-A28026A6B533}"/>
          </ac:spMkLst>
        </pc:spChg>
        <pc:spChg chg="add del">
          <ac:chgData name="Aravind Marikanti" userId="250da7a957f5eb55" providerId="LiveId" clId="{B65F500B-4139-441B-B063-A51CC3BEF952}" dt="2026-10-07T12:57:49.725" v="3283" actId="11529"/>
          <ac:spMkLst>
            <pc:docMk/>
            <pc:sldMk cId="2833844627" sldId="269"/>
            <ac:spMk id="18" creationId="{E079B0C2-CF11-4298-1D0B-79A1047B56C4}"/>
          </ac:spMkLst>
        </pc:spChg>
        <pc:spChg chg="add mod">
          <ac:chgData name="Aravind Marikanti" userId="250da7a957f5eb55" providerId="LiveId" clId="{B65F500B-4139-441B-B063-A51CC3BEF952}" dt="2026-10-07T12:58:37.969" v="3287" actId="13822"/>
          <ac:spMkLst>
            <pc:docMk/>
            <pc:sldMk cId="2833844627" sldId="269"/>
            <ac:spMk id="19" creationId="{A14C47A1-C998-646A-715D-5CBD926FFA0A}"/>
          </ac:spMkLst>
        </pc:spChg>
        <pc:graphicFrameChg chg="add mod modGraphic">
          <ac:chgData name="Aravind Marikanti" userId="250da7a957f5eb55" providerId="LiveId" clId="{B65F500B-4139-441B-B063-A51CC3BEF952}" dt="2026-10-07T12:54:23.334" v="3257" actId="14100"/>
          <ac:graphicFrameMkLst>
            <pc:docMk/>
            <pc:sldMk cId="2833844627" sldId="269"/>
            <ac:graphicFrameMk id="14" creationId="{F7B139B3-5557-8A73-4267-F70D786F87DF}"/>
          </ac:graphicFrameMkLst>
        </pc:graphicFrameChg>
        <pc:picChg chg="add del">
          <ac:chgData name="Aravind Marikanti" userId="250da7a957f5eb55" providerId="LiveId" clId="{B65F500B-4139-441B-B063-A51CC3BEF952}" dt="2026-10-07T12:52:46.859" v="3252" actId="22"/>
          <ac:picMkLst>
            <pc:docMk/>
            <pc:sldMk cId="2833844627" sldId="269"/>
            <ac:picMk id="11" creationId="{3B04554E-346A-D8E8-A7CA-B0FDCD1E30AA}"/>
          </ac:picMkLst>
        </pc:picChg>
        <pc:picChg chg="add del">
          <ac:chgData name="Aravind Marikanti" userId="250da7a957f5eb55" providerId="LiveId" clId="{B65F500B-4139-441B-B063-A51CC3BEF952}" dt="2026-10-07T12:53:17.621" v="3254" actId="22"/>
          <ac:picMkLst>
            <pc:docMk/>
            <pc:sldMk cId="2833844627" sldId="269"/>
            <ac:picMk id="13" creationId="{B7FAF740-F1A0-9BBC-1041-4E7012688605}"/>
          </ac:picMkLst>
        </pc:picChg>
      </pc:sldChg>
      <pc:sldChg chg="addSp delSp modSp add mod">
        <pc:chgData name="Aravind Marikanti" userId="250da7a957f5eb55" providerId="LiveId" clId="{B65F500B-4139-441B-B063-A51CC3BEF952}" dt="2026-10-07T13:53:41.918" v="3679" actId="1076"/>
        <pc:sldMkLst>
          <pc:docMk/>
          <pc:sldMk cId="1339476183" sldId="270"/>
        </pc:sldMkLst>
        <pc:spChg chg="add mod">
          <ac:chgData name="Aravind Marikanti" userId="250da7a957f5eb55" providerId="LiveId" clId="{B65F500B-4139-441B-B063-A51CC3BEF952}" dt="2026-10-07T13:16:01.846" v="3483"/>
          <ac:spMkLst>
            <pc:docMk/>
            <pc:sldMk cId="1339476183" sldId="270"/>
            <ac:spMk id="2" creationId="{01D64AB1-C8BD-8457-6E96-AF0BB01D30BA}"/>
          </ac:spMkLst>
        </pc:spChg>
        <pc:spChg chg="add mod">
          <ac:chgData name="Aravind Marikanti" userId="250da7a957f5eb55" providerId="LiveId" clId="{B65F500B-4139-441B-B063-A51CC3BEF952}" dt="2026-10-07T13:53:41.918" v="3679" actId="1076"/>
          <ac:spMkLst>
            <pc:docMk/>
            <pc:sldMk cId="1339476183" sldId="270"/>
            <ac:spMk id="3" creationId="{001D5EF4-40C9-B111-2A4C-79BAFAD07799}"/>
          </ac:spMkLst>
        </pc:spChg>
        <pc:spChg chg="add del mod">
          <ac:chgData name="Aravind Marikanti" userId="250da7a957f5eb55" providerId="LiveId" clId="{B65F500B-4139-441B-B063-A51CC3BEF952}" dt="2026-10-07T13:35:56.215" v="3602" actId="1076"/>
          <ac:spMkLst>
            <pc:docMk/>
            <pc:sldMk cId="1339476183" sldId="270"/>
            <ac:spMk id="4" creationId="{EB6661DA-0D55-C139-355C-9F9D3BFBB971}"/>
          </ac:spMkLst>
        </pc:spChg>
        <pc:spChg chg="add del">
          <ac:chgData name="Aravind Marikanti" userId="250da7a957f5eb55" providerId="LiveId" clId="{B65F500B-4139-441B-B063-A51CC3BEF952}" dt="2026-10-07T13:16:11.248" v="3485" actId="478"/>
          <ac:spMkLst>
            <pc:docMk/>
            <pc:sldMk cId="1339476183" sldId="270"/>
            <ac:spMk id="5" creationId="{0480C3CE-D5DC-AB38-5895-2BBF9F56A023}"/>
          </ac:spMkLst>
        </pc:spChg>
        <pc:picChg chg="add del">
          <ac:chgData name="Aravind Marikanti" userId="250da7a957f5eb55" providerId="LiveId" clId="{B65F500B-4139-441B-B063-A51CC3BEF952}" dt="2026-10-07T13:16:13.066" v="3486" actId="478"/>
          <ac:picMkLst>
            <pc:docMk/>
            <pc:sldMk cId="1339476183" sldId="270"/>
            <ac:picMk id="11" creationId="{B1BE759F-CE4E-D72A-E1CA-22D248FB0FD2}"/>
          </ac:picMkLst>
        </pc:picChg>
      </pc:sldChg>
      <pc:sldChg chg="new del">
        <pc:chgData name="Aravind Marikanti" userId="250da7a957f5eb55" providerId="LiveId" clId="{B65F500B-4139-441B-B063-A51CC3BEF952}" dt="2026-07-01T09:57:45.296" v="1151" actId="2696"/>
        <pc:sldMkLst>
          <pc:docMk/>
          <pc:sldMk cId="3330827551" sldId="271"/>
        </pc:sldMkLst>
      </pc:sldChg>
      <pc:sldChg chg="addSp delSp modSp add mod">
        <pc:chgData name="Aravind Marikanti" userId="250da7a957f5eb55" providerId="LiveId" clId="{B65F500B-4139-441B-B063-A51CC3BEF952}" dt="2026-10-07T14:39:18.326" v="4135" actId="21"/>
        <pc:sldMkLst>
          <pc:docMk/>
          <pc:sldMk cId="302918843" sldId="272"/>
        </pc:sldMkLst>
        <pc:spChg chg="add mod">
          <ac:chgData name="Aravind Marikanti" userId="250da7a957f5eb55" providerId="LiveId" clId="{B65F500B-4139-441B-B063-A51CC3BEF952}" dt="2026-10-07T14:39:14.738" v="4134" actId="255"/>
          <ac:spMkLst>
            <pc:docMk/>
            <pc:sldMk cId="302918843" sldId="272"/>
            <ac:spMk id="3" creationId="{097F1003-E5E1-09E3-BCB9-684B710652EB}"/>
          </ac:spMkLst>
        </pc:spChg>
        <pc:spChg chg="mod">
          <ac:chgData name="Aravind Marikanti" userId="250da7a957f5eb55" providerId="LiveId" clId="{B65F500B-4139-441B-B063-A51CC3BEF952}" dt="2026-10-07T14:39:18.326" v="4135" actId="21"/>
          <ac:spMkLst>
            <pc:docMk/>
            <pc:sldMk cId="302918843" sldId="272"/>
            <ac:spMk id="6" creationId="{92AA75F9-7EEF-6F70-FC55-5D5138E47155}"/>
          </ac:spMkLst>
        </pc:spChg>
        <pc:spChg chg="del">
          <ac:chgData name="Aravind Marikanti" userId="250da7a957f5eb55" providerId="LiveId" clId="{B65F500B-4139-441B-B063-A51CC3BEF952}" dt="2026-10-07T14:36:02.031" v="4115" actId="478"/>
          <ac:spMkLst>
            <pc:docMk/>
            <pc:sldMk cId="302918843" sldId="272"/>
            <ac:spMk id="7" creationId="{E8248D9A-1979-C154-803B-C4333F3F9C2B}"/>
          </ac:spMkLst>
        </pc:spChg>
        <pc:spChg chg="del">
          <ac:chgData name="Aravind Marikanti" userId="250da7a957f5eb55" providerId="LiveId" clId="{B65F500B-4139-441B-B063-A51CC3BEF952}" dt="2026-10-07T14:36:02.031" v="4115" actId="478"/>
          <ac:spMkLst>
            <pc:docMk/>
            <pc:sldMk cId="302918843" sldId="272"/>
            <ac:spMk id="8" creationId="{0E21ACEC-460A-E0C8-D252-48C91B095970}"/>
          </ac:spMkLst>
        </pc:spChg>
        <pc:spChg chg="del">
          <ac:chgData name="Aravind Marikanti" userId="250da7a957f5eb55" providerId="LiveId" clId="{B65F500B-4139-441B-B063-A51CC3BEF952}" dt="2026-10-07T14:36:02.031" v="4115" actId="478"/>
          <ac:spMkLst>
            <pc:docMk/>
            <pc:sldMk cId="302918843" sldId="272"/>
            <ac:spMk id="9" creationId="{BE46B102-C5FE-59C5-331E-C84E3F50A4BD}"/>
          </ac:spMkLst>
        </pc:spChg>
        <pc:spChg chg="del mod">
          <ac:chgData name="Aravind Marikanti" userId="250da7a957f5eb55" providerId="LiveId" clId="{B65F500B-4139-441B-B063-A51CC3BEF952}" dt="2026-10-07T14:36:29.261" v="4119" actId="478"/>
          <ac:spMkLst>
            <pc:docMk/>
            <pc:sldMk cId="302918843" sldId="272"/>
            <ac:spMk id="10" creationId="{74159900-DD06-FC0B-48D0-7E27D1F69950}"/>
          </ac:spMkLst>
        </pc:spChg>
      </pc:sldChg>
      <pc:sldChg chg="addSp delSp modSp add mod ord">
        <pc:chgData name="Aravind Marikanti" userId="250da7a957f5eb55" providerId="LiveId" clId="{B65F500B-4139-441B-B063-A51CC3BEF952}" dt="2026-10-07T14:47:18.379" v="4174"/>
        <pc:sldMkLst>
          <pc:docMk/>
          <pc:sldMk cId="298454291" sldId="273"/>
        </pc:sldMkLst>
        <pc:spChg chg="add mod">
          <ac:chgData name="Aravind Marikanti" userId="250da7a957f5eb55" providerId="LiveId" clId="{B65F500B-4139-441B-B063-A51CC3BEF952}" dt="2026-10-07T14:44:08.185" v="4167" actId="1076"/>
          <ac:spMkLst>
            <pc:docMk/>
            <pc:sldMk cId="298454291" sldId="273"/>
            <ac:spMk id="3" creationId="{DF079E7E-820A-324E-3BFC-CE5DBFE955AE}"/>
          </ac:spMkLst>
        </pc:spChg>
        <pc:spChg chg="mod">
          <ac:chgData name="Aravind Marikanti" userId="250da7a957f5eb55" providerId="LiveId" clId="{B65F500B-4139-441B-B063-A51CC3BEF952}" dt="2026-10-07T14:43:21.116" v="4159" actId="207"/>
          <ac:spMkLst>
            <pc:docMk/>
            <pc:sldMk cId="298454291" sldId="273"/>
            <ac:spMk id="5" creationId="{115A65AA-320E-9BA8-B45A-4AB5C9B10D66}"/>
          </ac:spMkLst>
        </pc:spChg>
        <pc:spChg chg="del">
          <ac:chgData name="Aravind Marikanti" userId="250da7a957f5eb55" providerId="LiveId" clId="{B65F500B-4139-441B-B063-A51CC3BEF952}" dt="2026-10-07T14:42:49.365" v="4149" actId="478"/>
          <ac:spMkLst>
            <pc:docMk/>
            <pc:sldMk cId="298454291" sldId="273"/>
            <ac:spMk id="6" creationId="{DE78C2BB-743F-BAA8-2D35-867CEC1C4127}"/>
          </ac:spMkLst>
        </pc:spChg>
        <pc:spChg chg="del">
          <ac:chgData name="Aravind Marikanti" userId="250da7a957f5eb55" providerId="LiveId" clId="{B65F500B-4139-441B-B063-A51CC3BEF952}" dt="2026-10-07T14:43:03.827" v="4154" actId="478"/>
          <ac:spMkLst>
            <pc:docMk/>
            <pc:sldMk cId="298454291" sldId="273"/>
            <ac:spMk id="8" creationId="{AB84F3F3-24F6-6D30-7951-088AAD5638E4}"/>
          </ac:spMkLst>
        </pc:spChg>
        <pc:spChg chg="del mod">
          <ac:chgData name="Aravind Marikanti" userId="250da7a957f5eb55" providerId="LiveId" clId="{B65F500B-4139-441B-B063-A51CC3BEF952}" dt="2026-10-07T14:43:08.167" v="4155" actId="478"/>
          <ac:spMkLst>
            <pc:docMk/>
            <pc:sldMk cId="298454291" sldId="273"/>
            <ac:spMk id="9" creationId="{AACEA577-121D-8D5E-2227-37F936FF90E1}"/>
          </ac:spMkLst>
        </pc:spChg>
      </pc:sldChg>
      <pc:sldChg chg="addSp delSp modSp add del mod">
        <pc:chgData name="Aravind Marikanti" userId="250da7a957f5eb55" providerId="LiveId" clId="{B65F500B-4139-441B-B063-A51CC3BEF952}" dt="2026-10-07T14:47:08.323" v="4169" actId="2696"/>
        <pc:sldMkLst>
          <pc:docMk/>
          <pc:sldMk cId="2805900482" sldId="274"/>
        </pc:sldMkLst>
      </pc:sldChg>
      <pc:sldChg chg="modSp add del mod">
        <pc:chgData name="Aravind Marikanti" userId="250da7a957f5eb55" providerId="LiveId" clId="{B65F500B-4139-441B-B063-A51CC3BEF952}" dt="2026-09-06T12:15:16.696" v="2476" actId="2696"/>
        <pc:sldMkLst>
          <pc:docMk/>
          <pc:sldMk cId="1449678919" sldId="275"/>
        </pc:sldMkLst>
      </pc:sldChg>
      <pc:sldChg chg="addSp delSp modSp add mod">
        <pc:chgData name="Aravind Marikanti" userId="250da7a957f5eb55" providerId="LiveId" clId="{B65F500B-4139-441B-B063-A51CC3BEF952}" dt="2026-10-07T14:06:16.029" v="3837" actId="20577"/>
        <pc:sldMkLst>
          <pc:docMk/>
          <pc:sldMk cId="65905843" sldId="276"/>
        </pc:sldMkLst>
        <pc:spChg chg="del mod">
          <ac:chgData name="Aravind Marikanti" userId="250da7a957f5eb55" providerId="LiveId" clId="{B65F500B-4139-441B-B063-A51CC3BEF952}" dt="2026-10-07T13:36:33.557" v="3604" actId="478"/>
          <ac:spMkLst>
            <pc:docMk/>
            <pc:sldMk cId="65905843" sldId="276"/>
            <ac:spMk id="5" creationId="{2BDFC543-5497-2C80-2864-1C2E7FDD2D15}"/>
          </ac:spMkLst>
        </pc:spChg>
        <pc:spChg chg="add mod">
          <ac:chgData name="Aravind Marikanti" userId="250da7a957f5eb55" providerId="LiveId" clId="{B65F500B-4139-441B-B063-A51CC3BEF952}" dt="2026-10-07T14:06:16.029" v="3837" actId="20577"/>
          <ac:spMkLst>
            <pc:docMk/>
            <pc:sldMk cId="65905843" sldId="276"/>
            <ac:spMk id="7" creationId="{1FD53E0F-3527-8EB0-91EE-66B54A56C026}"/>
          </ac:spMkLst>
        </pc:spChg>
        <pc:spChg chg="add mod">
          <ac:chgData name="Aravind Marikanti" userId="250da7a957f5eb55" providerId="LiveId" clId="{B65F500B-4139-441B-B063-A51CC3BEF952}" dt="2026-10-07T13:53:57.873" v="3683" actId="5793"/>
          <ac:spMkLst>
            <pc:docMk/>
            <pc:sldMk cId="65905843" sldId="276"/>
            <ac:spMk id="9" creationId="{56491F19-2E79-056B-17AE-F772C295C8FE}"/>
          </ac:spMkLst>
        </pc:spChg>
        <pc:spChg chg="add mod">
          <ac:chgData name="Aravind Marikanti" userId="250da7a957f5eb55" providerId="LiveId" clId="{B65F500B-4139-441B-B063-A51CC3BEF952}" dt="2026-10-07T13:45:13.613" v="3638" actId="20577"/>
          <ac:spMkLst>
            <pc:docMk/>
            <pc:sldMk cId="65905843" sldId="276"/>
            <ac:spMk id="11" creationId="{3CEB8CE6-CA3A-60F8-ACC5-D9ACCF1FA8E3}"/>
          </ac:spMkLst>
        </pc:spChg>
        <pc:spChg chg="add del">
          <ac:chgData name="Aravind Marikanti" userId="250da7a957f5eb55" providerId="LiveId" clId="{B65F500B-4139-441B-B063-A51CC3BEF952}" dt="2026-10-07T13:57:19.963" v="3724" actId="22"/>
          <ac:spMkLst>
            <pc:docMk/>
            <pc:sldMk cId="65905843" sldId="276"/>
            <ac:spMk id="13" creationId="{18682226-AB27-C544-C203-F9D208EEA5B3}"/>
          </ac:spMkLst>
        </pc:spChg>
        <pc:spChg chg="add mod">
          <ac:chgData name="Aravind Marikanti" userId="250da7a957f5eb55" providerId="LiveId" clId="{B65F500B-4139-441B-B063-A51CC3BEF952}" dt="2026-10-07T13:59:30.897" v="3742" actId="108"/>
          <ac:spMkLst>
            <pc:docMk/>
            <pc:sldMk cId="65905843" sldId="276"/>
            <ac:spMk id="14" creationId="{8A435879-9A89-034B-818B-1651D43A1702}"/>
          </ac:spMkLst>
        </pc:spChg>
        <pc:picChg chg="del">
          <ac:chgData name="Aravind Marikanti" userId="250da7a957f5eb55" providerId="LiveId" clId="{B65F500B-4139-441B-B063-A51CC3BEF952}" dt="2026-10-07T13:41:48.114" v="3614" actId="478"/>
          <ac:picMkLst>
            <pc:docMk/>
            <pc:sldMk cId="65905843" sldId="276"/>
            <ac:picMk id="3" creationId="{B2447255-404D-367D-4960-24236B9F5DE0}"/>
          </ac:picMkLst>
        </pc:picChg>
        <pc:picChg chg="add mod">
          <ac:chgData name="Aravind Marikanti" userId="250da7a957f5eb55" providerId="LiveId" clId="{B65F500B-4139-441B-B063-A51CC3BEF952}" dt="2026-10-07T13:57:11.434" v="3722" actId="14100"/>
          <ac:picMkLst>
            <pc:docMk/>
            <pc:sldMk cId="65905843" sldId="276"/>
            <ac:picMk id="4" creationId="{D6CDEB5A-4880-7572-469D-5DBC99F6BDAC}"/>
          </ac:picMkLst>
        </pc:picChg>
        <pc:picChg chg="add mod">
          <ac:chgData name="Aravind Marikanti" userId="250da7a957f5eb55" providerId="LiveId" clId="{B65F500B-4139-441B-B063-A51CC3BEF952}" dt="2026-10-07T14:01:28.432" v="3761" actId="14100"/>
          <ac:picMkLst>
            <pc:docMk/>
            <pc:sldMk cId="65905843" sldId="276"/>
            <ac:picMk id="16" creationId="{5C0212BD-46A8-C634-4F9D-9ADA2DF44EFD}"/>
          </ac:picMkLst>
        </pc:picChg>
      </pc:sldChg>
      <pc:sldChg chg="addSp delSp modSp add del mod">
        <pc:chgData name="Aravind Marikanti" userId="250da7a957f5eb55" providerId="LiveId" clId="{B65F500B-4139-441B-B063-A51CC3BEF952}" dt="2026-07-01T10:19:32.477" v="1496" actId="2696"/>
        <pc:sldMkLst>
          <pc:docMk/>
          <pc:sldMk cId="2410059977" sldId="276"/>
        </pc:sldMkLst>
      </pc:sldChg>
      <pc:sldChg chg="add del">
        <pc:chgData name="Aravind Marikanti" userId="250da7a957f5eb55" providerId="LiveId" clId="{B65F500B-4139-441B-B063-A51CC3BEF952}" dt="2026-09-06T11:43:00.572" v="2148" actId="2696"/>
        <pc:sldMkLst>
          <pc:docMk/>
          <pc:sldMk cId="2666055746" sldId="276"/>
        </pc:sldMkLst>
      </pc:sldChg>
      <pc:sldChg chg="modSp add del mod">
        <pc:chgData name="Aravind Marikanti" userId="250da7a957f5eb55" providerId="LiveId" clId="{B65F500B-4139-441B-B063-A51CC3BEF952}" dt="2026-07-02T08:55:36.623" v="1646" actId="2696"/>
        <pc:sldMkLst>
          <pc:docMk/>
          <pc:sldMk cId="2849111301" sldId="276"/>
        </pc:sldMkLst>
      </pc:sldChg>
      <pc:sldChg chg="addSp delSp modSp add del mod">
        <pc:chgData name="Aravind Marikanti" userId="250da7a957f5eb55" providerId="LiveId" clId="{B65F500B-4139-441B-B063-A51CC3BEF952}" dt="2026-10-07T14:35:05.649" v="4111" actId="2696"/>
        <pc:sldMkLst>
          <pc:docMk/>
          <pc:sldMk cId="586172553" sldId="277"/>
        </pc:sldMkLst>
        <pc:spChg chg="del">
          <ac:chgData name="Aravind Marikanti" userId="250da7a957f5eb55" providerId="LiveId" clId="{B65F500B-4139-441B-B063-A51CC3BEF952}" dt="2026-10-07T14:07:58.748" v="3851" actId="478"/>
          <ac:spMkLst>
            <pc:docMk/>
            <pc:sldMk cId="586172553" sldId="277"/>
            <ac:spMk id="5" creationId="{ECE5612A-CB85-6A20-04D2-F61A4343910E}"/>
          </ac:spMkLst>
        </pc:spChg>
        <pc:picChg chg="del">
          <ac:chgData name="Aravind Marikanti" userId="250da7a957f5eb55" providerId="LiveId" clId="{B65F500B-4139-441B-B063-A51CC3BEF952}" dt="2026-10-07T14:07:58.748" v="3851" actId="478"/>
          <ac:picMkLst>
            <pc:docMk/>
            <pc:sldMk cId="586172553" sldId="277"/>
            <ac:picMk id="6" creationId="{4F3AEC0C-8F91-9FCC-DCA6-562D36C0B4A7}"/>
          </ac:picMkLst>
        </pc:picChg>
      </pc:sldChg>
      <pc:sldChg chg="addSp delSp modSp add mod ord">
        <pc:chgData name="Aravind Marikanti" userId="250da7a957f5eb55" providerId="LiveId" clId="{B65F500B-4139-441B-B063-A51CC3BEF952}" dt="2026-10-07T13:29:41.837" v="3568" actId="14100"/>
        <pc:sldMkLst>
          <pc:docMk/>
          <pc:sldMk cId="289390939" sldId="278"/>
        </pc:sldMkLst>
        <pc:spChg chg="add del mod">
          <ac:chgData name="Aravind Marikanti" userId="250da7a957f5eb55" providerId="LiveId" clId="{B65F500B-4139-441B-B063-A51CC3BEF952}" dt="2026-10-07T13:22:34.691" v="3512" actId="21"/>
          <ac:spMkLst>
            <pc:docMk/>
            <pc:sldMk cId="289390939" sldId="278"/>
            <ac:spMk id="2" creationId="{00000000-0000-0000-0000-000000000000}"/>
          </ac:spMkLst>
        </pc:spChg>
        <pc:spChg chg="add del mod">
          <ac:chgData name="Aravind Marikanti" userId="250da7a957f5eb55" providerId="LiveId" clId="{B65F500B-4139-441B-B063-A51CC3BEF952}" dt="2026-10-07T13:22:34.691" v="3512" actId="21"/>
          <ac:spMkLst>
            <pc:docMk/>
            <pc:sldMk cId="289390939" sldId="278"/>
            <ac:spMk id="3" creationId="{B69D5E18-A9A6-04FB-8D95-A9F8B760F65E}"/>
          </ac:spMkLst>
        </pc:spChg>
        <pc:spChg chg="add del mod">
          <ac:chgData name="Aravind Marikanti" userId="250da7a957f5eb55" providerId="LiveId" clId="{B65F500B-4139-441B-B063-A51CC3BEF952}" dt="2026-10-07T13:22:34.691" v="3512" actId="21"/>
          <ac:spMkLst>
            <pc:docMk/>
            <pc:sldMk cId="289390939" sldId="278"/>
            <ac:spMk id="4" creationId="{9CE2D662-C637-DD09-B739-257EF201BC00}"/>
          </ac:spMkLst>
        </pc:spChg>
        <pc:spChg chg="add del mod">
          <ac:chgData name="Aravind Marikanti" userId="250da7a957f5eb55" providerId="LiveId" clId="{B65F500B-4139-441B-B063-A51CC3BEF952}" dt="2026-10-07T13:22:34.691" v="3512" actId="21"/>
          <ac:spMkLst>
            <pc:docMk/>
            <pc:sldMk cId="289390939" sldId="278"/>
            <ac:spMk id="5" creationId="{EF8E70E0-6212-5F54-3E4E-73FB9698592A}"/>
          </ac:spMkLst>
        </pc:spChg>
        <pc:spChg chg="add del mod">
          <ac:chgData name="Aravind Marikanti" userId="250da7a957f5eb55" providerId="LiveId" clId="{B65F500B-4139-441B-B063-A51CC3BEF952}" dt="2026-10-07T13:22:34.691" v="3512" actId="21"/>
          <ac:spMkLst>
            <pc:docMk/>
            <pc:sldMk cId="289390939" sldId="278"/>
            <ac:spMk id="6" creationId="{46225E5D-9898-2497-66DB-A952843DD11C}"/>
          </ac:spMkLst>
        </pc:spChg>
        <pc:spChg chg="add mod">
          <ac:chgData name="Aravind Marikanti" userId="250da7a957f5eb55" providerId="LiveId" clId="{B65F500B-4139-441B-B063-A51CC3BEF952}" dt="2026-10-07T13:29:41.837" v="3568" actId="14100"/>
          <ac:spMkLst>
            <pc:docMk/>
            <pc:sldMk cId="289390939" sldId="278"/>
            <ac:spMk id="8" creationId="{00000000-0000-0000-0000-000000000000}"/>
          </ac:spMkLst>
        </pc:spChg>
        <pc:spChg chg="add del mod">
          <ac:chgData name="Aravind Marikanti" userId="250da7a957f5eb55" providerId="LiveId" clId="{B65F500B-4139-441B-B063-A51CC3BEF952}" dt="2026-10-07T13:22:34.691" v="3512" actId="21"/>
          <ac:spMkLst>
            <pc:docMk/>
            <pc:sldMk cId="289390939" sldId="278"/>
            <ac:spMk id="9" creationId="{00000000-0000-0000-0000-000000000000}"/>
          </ac:spMkLst>
        </pc:spChg>
        <pc:spChg chg="add del mod">
          <ac:chgData name="Aravind Marikanti" userId="250da7a957f5eb55" providerId="LiveId" clId="{B65F500B-4139-441B-B063-A51CC3BEF952}" dt="2026-10-07T13:22:34.691" v="3512" actId="21"/>
          <ac:spMkLst>
            <pc:docMk/>
            <pc:sldMk cId="289390939" sldId="278"/>
            <ac:spMk id="10" creationId="{00000000-0000-0000-0000-000000000000}"/>
          </ac:spMkLst>
        </pc:spChg>
        <pc:spChg chg="mod">
          <ac:chgData name="Aravind Marikanti" userId="250da7a957f5eb55" providerId="LiveId" clId="{B65F500B-4139-441B-B063-A51CC3BEF952}" dt="2026-10-07T13:00:02.867" v="3294" actId="2711"/>
          <ac:spMkLst>
            <pc:docMk/>
            <pc:sldMk cId="289390939" sldId="278"/>
            <ac:spMk id="11" creationId="{32BC9A23-7F7C-0EC8-365C-6C8F9140101A}"/>
          </ac:spMkLst>
        </pc:spChg>
        <pc:spChg chg="add del mod">
          <ac:chgData name="Aravind Marikanti" userId="250da7a957f5eb55" providerId="LiveId" clId="{B65F500B-4139-441B-B063-A51CC3BEF952}" dt="2026-10-07T13:22:34.691" v="3512" actId="21"/>
          <ac:spMkLst>
            <pc:docMk/>
            <pc:sldMk cId="289390939" sldId="278"/>
            <ac:spMk id="12" creationId="{00000000-0000-0000-0000-000000000000}"/>
          </ac:spMkLst>
        </pc:spChg>
        <pc:spChg chg="del">
          <ac:chgData name="Aravind Marikanti" userId="250da7a957f5eb55" providerId="LiveId" clId="{B65F500B-4139-441B-B063-A51CC3BEF952}" dt="2026-10-07T13:00:34.797" v="3295" actId="478"/>
          <ac:spMkLst>
            <pc:docMk/>
            <pc:sldMk cId="289390939" sldId="278"/>
            <ac:spMk id="13" creationId="{6EAC872A-251D-43F4-AE7C-2968423320EC}"/>
          </ac:spMkLst>
        </pc:spChg>
        <pc:spChg chg="del">
          <ac:chgData name="Aravind Marikanti" userId="250da7a957f5eb55" providerId="LiveId" clId="{B65F500B-4139-441B-B063-A51CC3BEF952}" dt="2026-10-07T13:00:34.797" v="3295" actId="478"/>
          <ac:spMkLst>
            <pc:docMk/>
            <pc:sldMk cId="289390939" sldId="278"/>
            <ac:spMk id="14" creationId="{CAA26D14-51A8-7581-6121-9F13E009351B}"/>
          </ac:spMkLst>
        </pc:spChg>
        <pc:spChg chg="del">
          <ac:chgData name="Aravind Marikanti" userId="250da7a957f5eb55" providerId="LiveId" clId="{B65F500B-4139-441B-B063-A51CC3BEF952}" dt="2026-10-07T13:00:34.797" v="3295" actId="478"/>
          <ac:spMkLst>
            <pc:docMk/>
            <pc:sldMk cId="289390939" sldId="278"/>
            <ac:spMk id="15" creationId="{8D8532F4-D8DC-F2AC-599E-6D74CCB31D22}"/>
          </ac:spMkLst>
        </pc:spChg>
        <pc:spChg chg="add del mod">
          <ac:chgData name="Aravind Marikanti" userId="250da7a957f5eb55" providerId="LiveId" clId="{B65F500B-4139-441B-B063-A51CC3BEF952}" dt="2026-10-07T13:12:18.638" v="3456" actId="478"/>
          <ac:spMkLst>
            <pc:docMk/>
            <pc:sldMk cId="289390939" sldId="278"/>
            <ac:spMk id="16" creationId="{C483A5B6-E6C8-2D4A-7D8B-B044E2CD6427}"/>
          </ac:spMkLst>
        </pc:spChg>
        <pc:spChg chg="del">
          <ac:chgData name="Aravind Marikanti" userId="250da7a957f5eb55" providerId="LiveId" clId="{B65F500B-4139-441B-B063-A51CC3BEF952}" dt="2026-10-07T13:00:34.797" v="3295" actId="478"/>
          <ac:spMkLst>
            <pc:docMk/>
            <pc:sldMk cId="289390939" sldId="278"/>
            <ac:spMk id="18" creationId="{F86AAA21-17DB-3094-218E-EFFA6A14516A}"/>
          </ac:spMkLst>
        </pc:spChg>
        <pc:spChg chg="del">
          <ac:chgData name="Aravind Marikanti" userId="250da7a957f5eb55" providerId="LiveId" clId="{B65F500B-4139-441B-B063-A51CC3BEF952}" dt="2026-10-07T13:00:34.797" v="3295" actId="478"/>
          <ac:spMkLst>
            <pc:docMk/>
            <pc:sldMk cId="289390939" sldId="278"/>
            <ac:spMk id="19" creationId="{B68C9018-7416-6DD0-6081-E9A3F029AEE3}"/>
          </ac:spMkLst>
        </pc:spChg>
        <pc:spChg chg="add del">
          <ac:chgData name="Aravind Marikanti" userId="250da7a957f5eb55" providerId="LiveId" clId="{B65F500B-4139-441B-B063-A51CC3BEF952}" dt="2026-10-07T13:12:25.264" v="3458" actId="22"/>
          <ac:spMkLst>
            <pc:docMk/>
            <pc:sldMk cId="289390939" sldId="278"/>
            <ac:spMk id="20" creationId="{2C606C8E-41EF-3488-DA45-2B38D241B9C5}"/>
          </ac:spMkLst>
        </pc:spChg>
        <pc:spChg chg="add del mod">
          <ac:chgData name="Aravind Marikanti" userId="250da7a957f5eb55" providerId="LiveId" clId="{B65F500B-4139-441B-B063-A51CC3BEF952}" dt="2026-10-07T13:22:34.691" v="3512" actId="21"/>
          <ac:spMkLst>
            <pc:docMk/>
            <pc:sldMk cId="289390939" sldId="278"/>
            <ac:spMk id="22" creationId="{E5C1C585-9D84-73A2-861E-B4D92B29E7E3}"/>
          </ac:spMkLst>
        </pc:spChg>
        <pc:picChg chg="del">
          <ac:chgData name="Aravind Marikanti" userId="250da7a957f5eb55" providerId="LiveId" clId="{B65F500B-4139-441B-B063-A51CC3BEF952}" dt="2026-10-07T13:00:36.834" v="3296" actId="478"/>
          <ac:picMkLst>
            <pc:docMk/>
            <pc:sldMk cId="289390939" sldId="278"/>
            <ac:picMk id="21" creationId="{89B51DB7-0B73-69B2-DB66-80B6114E3CD9}"/>
          </ac:picMkLst>
        </pc:picChg>
      </pc:sldChg>
      <pc:sldChg chg="addSp delSp modSp new del mod">
        <pc:chgData name="Aravind Marikanti" userId="250da7a957f5eb55" providerId="LiveId" clId="{B65F500B-4139-441B-B063-A51CC3BEF952}" dt="2026-09-06T12:33:22.603" v="2581" actId="680"/>
        <pc:sldMkLst>
          <pc:docMk/>
          <pc:sldMk cId="2170477976" sldId="278"/>
        </pc:sldMkLst>
      </pc:sldChg>
      <pc:sldChg chg="new del">
        <pc:chgData name="Aravind Marikanti" userId="250da7a957f5eb55" providerId="LiveId" clId="{B65F500B-4139-441B-B063-A51CC3BEF952}" dt="2026-10-07T09:38:49.360" v="2876" actId="2696"/>
        <pc:sldMkLst>
          <pc:docMk/>
          <pc:sldMk cId="3793357721" sldId="279"/>
        </pc:sldMkLst>
      </pc:sldChg>
      <pc:sldChg chg="add del">
        <pc:chgData name="Aravind Marikanti" userId="250da7a957f5eb55" providerId="LiveId" clId="{B65F500B-4139-441B-B063-A51CC3BEF952}" dt="2026-10-07T09:39:08.626" v="2879" actId="2696"/>
        <pc:sldMkLst>
          <pc:docMk/>
          <pc:sldMk cId="4151722780" sldId="280"/>
        </pc:sldMkLst>
      </pc:sldChg>
      <pc:sldChg chg="modSp add mod">
        <pc:chgData name="Aravind Marikanti" userId="250da7a957f5eb55" providerId="LiveId" clId="{B65F500B-4139-441B-B063-A51CC3BEF952}" dt="2026-10-07T09:40:55.528" v="2892" actId="2711"/>
        <pc:sldMkLst>
          <pc:docMk/>
          <pc:sldMk cId="1313787550" sldId="281"/>
        </pc:sldMkLst>
        <pc:spChg chg="mod">
          <ac:chgData name="Aravind Marikanti" userId="250da7a957f5eb55" providerId="LiveId" clId="{B65F500B-4139-441B-B063-A51CC3BEF952}" dt="2026-10-07T09:39:51.972" v="2889" actId="207"/>
          <ac:spMkLst>
            <pc:docMk/>
            <pc:sldMk cId="1313787550" sldId="281"/>
            <ac:spMk id="9" creationId="{4A244D4A-337C-9E2B-175E-F1DB6BF6FA8A}"/>
          </ac:spMkLst>
        </pc:spChg>
        <pc:spChg chg="mod">
          <ac:chgData name="Aravind Marikanti" userId="250da7a957f5eb55" providerId="LiveId" clId="{B65F500B-4139-441B-B063-A51CC3BEF952}" dt="2026-10-07T09:40:55.528" v="2892" actId="2711"/>
          <ac:spMkLst>
            <pc:docMk/>
            <pc:sldMk cId="1313787550" sldId="281"/>
            <ac:spMk id="22" creationId="{2D582C14-A166-26A5-9B5C-AA58466B2622}"/>
          </ac:spMkLst>
        </pc:spChg>
      </pc:sldChg>
      <pc:sldChg chg="modSp add mod">
        <pc:chgData name="Aravind Marikanti" userId="250da7a957f5eb55" providerId="LiveId" clId="{B65F500B-4139-441B-B063-A51CC3BEF952}" dt="2026-10-07T09:56:05.946" v="2929" actId="1076"/>
        <pc:sldMkLst>
          <pc:docMk/>
          <pc:sldMk cId="2309036256" sldId="282"/>
        </pc:sldMkLst>
        <pc:spChg chg="mod">
          <ac:chgData name="Aravind Marikanti" userId="250da7a957f5eb55" providerId="LiveId" clId="{B65F500B-4139-441B-B063-A51CC3BEF952}" dt="2026-10-07T09:56:05.946" v="2929" actId="1076"/>
          <ac:spMkLst>
            <pc:docMk/>
            <pc:sldMk cId="2309036256" sldId="282"/>
            <ac:spMk id="9" creationId="{B62B6F76-36C5-0081-4AF6-4AA4FF11FC20}"/>
          </ac:spMkLst>
        </pc:spChg>
        <pc:spChg chg="mod">
          <ac:chgData name="Aravind Marikanti" userId="250da7a957f5eb55" providerId="LiveId" clId="{B65F500B-4139-441B-B063-A51CC3BEF952}" dt="2026-10-07T09:55:52.174" v="2928" actId="1076"/>
          <ac:spMkLst>
            <pc:docMk/>
            <pc:sldMk cId="2309036256" sldId="282"/>
            <ac:spMk id="22" creationId="{655051C2-FFBC-D13E-FF69-261CB1E599DB}"/>
          </ac:spMkLst>
        </pc:spChg>
      </pc:sldChg>
      <pc:sldChg chg="addSp delSp modSp add mod">
        <pc:chgData name="Aravind Marikanti" userId="250da7a957f5eb55" providerId="LiveId" clId="{B65F500B-4139-441B-B063-A51CC3BEF952}" dt="2026-10-07T13:18:43.386" v="3488" actId="1076"/>
        <pc:sldMkLst>
          <pc:docMk/>
          <pc:sldMk cId="2618074850" sldId="283"/>
        </pc:sldMkLst>
        <pc:spChg chg="add del">
          <ac:chgData name="Aravind Marikanti" userId="250da7a957f5eb55" providerId="LiveId" clId="{B65F500B-4139-441B-B063-A51CC3BEF952}" dt="2026-10-07T10:00:22.515" v="2938" actId="22"/>
          <ac:spMkLst>
            <pc:docMk/>
            <pc:sldMk cId="2618074850" sldId="283"/>
            <ac:spMk id="3" creationId="{BA4A5566-DB01-D967-702C-33FE3DF4C641}"/>
          </ac:spMkLst>
        </pc:spChg>
        <pc:spChg chg="add del">
          <ac:chgData name="Aravind Marikanti" userId="250da7a957f5eb55" providerId="LiveId" clId="{B65F500B-4139-441B-B063-A51CC3BEF952}" dt="2026-10-07T10:00:55.706" v="2942" actId="11529"/>
          <ac:spMkLst>
            <pc:docMk/>
            <pc:sldMk cId="2618074850" sldId="283"/>
            <ac:spMk id="4" creationId="{827AEC7E-3881-0CDF-1097-F17D549CDA46}"/>
          </ac:spMkLst>
        </pc:spChg>
        <pc:spChg chg="add del">
          <ac:chgData name="Aravind Marikanti" userId="250da7a957f5eb55" providerId="LiveId" clId="{B65F500B-4139-441B-B063-A51CC3BEF952}" dt="2026-10-07T10:01:18.992" v="2944" actId="478"/>
          <ac:spMkLst>
            <pc:docMk/>
            <pc:sldMk cId="2618074850" sldId="283"/>
            <ac:spMk id="6" creationId="{AFF16508-9FD6-D19E-8C6B-267F6EB8D1EF}"/>
          </ac:spMkLst>
        </pc:spChg>
        <pc:spChg chg="add del">
          <ac:chgData name="Aravind Marikanti" userId="250da7a957f5eb55" providerId="LiveId" clId="{B65F500B-4139-441B-B063-A51CC3BEF952}" dt="2026-10-07T10:01:31.378" v="2946" actId="22"/>
          <ac:spMkLst>
            <pc:docMk/>
            <pc:sldMk cId="2618074850" sldId="283"/>
            <ac:spMk id="8" creationId="{8FFE0D6F-A3C7-BA63-B3C8-E5A8931D27A3}"/>
          </ac:spMkLst>
        </pc:spChg>
        <pc:spChg chg="mod">
          <ac:chgData name="Aravind Marikanti" userId="250da7a957f5eb55" providerId="LiveId" clId="{B65F500B-4139-441B-B063-A51CC3BEF952}" dt="2026-10-07T09:57:05.351" v="2934" actId="207"/>
          <ac:spMkLst>
            <pc:docMk/>
            <pc:sldMk cId="2618074850" sldId="283"/>
            <ac:spMk id="9" creationId="{1F002ECF-AF3C-5C5F-F415-B888092675CB}"/>
          </ac:spMkLst>
        </pc:spChg>
        <pc:spChg chg="add mod">
          <ac:chgData name="Aravind Marikanti" userId="250da7a957f5eb55" providerId="LiveId" clId="{B65F500B-4139-441B-B063-A51CC3BEF952}" dt="2026-10-07T13:18:43.386" v="3488" actId="1076"/>
          <ac:spMkLst>
            <pc:docMk/>
            <pc:sldMk cId="2618074850" sldId="283"/>
            <ac:spMk id="10" creationId="{C87C1AB6-C731-D474-461B-671E91CA642D}"/>
          </ac:spMkLst>
        </pc:spChg>
        <pc:spChg chg="mod">
          <ac:chgData name="Aravind Marikanti" userId="250da7a957f5eb55" providerId="LiveId" clId="{B65F500B-4139-441B-B063-A51CC3BEF952}" dt="2026-10-07T10:03:58.597" v="2987" actId="14100"/>
          <ac:spMkLst>
            <pc:docMk/>
            <pc:sldMk cId="2618074850" sldId="283"/>
            <ac:spMk id="22" creationId="{B7BCD85D-52CF-F982-5F9E-4141D4F38155}"/>
          </ac:spMkLst>
        </pc:spChg>
        <pc:cxnChg chg="add del mod">
          <ac:chgData name="Aravind Marikanti" userId="250da7a957f5eb55" providerId="LiveId" clId="{B65F500B-4139-441B-B063-A51CC3BEF952}" dt="2026-10-07T10:13:22.812" v="3001" actId="478"/>
          <ac:cxnSpMkLst>
            <pc:docMk/>
            <pc:sldMk cId="2618074850" sldId="283"/>
            <ac:cxnSpMk id="12" creationId="{E002C869-EC96-AABC-71F4-7F8D38007859}"/>
          </ac:cxnSpMkLst>
        </pc:cxnChg>
      </pc:sldChg>
      <pc:sldChg chg="addSp delSp modSp add mod">
        <pc:chgData name="Aravind Marikanti" userId="250da7a957f5eb55" providerId="LiveId" clId="{B65F500B-4139-441B-B063-A51CC3BEF952}" dt="2026-10-07T13:31:01.644" v="3576" actId="14100"/>
        <pc:sldMkLst>
          <pc:docMk/>
          <pc:sldMk cId="4242509424" sldId="284"/>
        </pc:sldMkLst>
        <pc:spChg chg="add mod">
          <ac:chgData name="Aravind Marikanti" userId="250da7a957f5eb55" providerId="LiveId" clId="{B65F500B-4139-441B-B063-A51CC3BEF952}" dt="2026-10-07T13:28:29.495" v="3561" actId="1076"/>
          <ac:spMkLst>
            <pc:docMk/>
            <pc:sldMk cId="4242509424" sldId="284"/>
            <ac:spMk id="2" creationId="{00000000-0000-0000-0000-000000000000}"/>
          </ac:spMkLst>
        </pc:spChg>
        <pc:spChg chg="add mod">
          <ac:chgData name="Aravind Marikanti" userId="250da7a957f5eb55" providerId="LiveId" clId="{B65F500B-4139-441B-B063-A51CC3BEF952}" dt="2026-10-07T13:26:13.420" v="3546" actId="1076"/>
          <ac:spMkLst>
            <pc:docMk/>
            <pc:sldMk cId="4242509424" sldId="284"/>
            <ac:spMk id="3" creationId="{B69D5E18-A9A6-04FB-8D95-A9F8B760F65E}"/>
          </ac:spMkLst>
        </pc:spChg>
        <pc:spChg chg="add mod">
          <ac:chgData name="Aravind Marikanti" userId="250da7a957f5eb55" providerId="LiveId" clId="{B65F500B-4139-441B-B063-A51CC3BEF952}" dt="2026-10-07T13:30:58.223" v="3575" actId="1076"/>
          <ac:spMkLst>
            <pc:docMk/>
            <pc:sldMk cId="4242509424" sldId="284"/>
            <ac:spMk id="4" creationId="{9CE2D662-C637-DD09-B739-257EF201BC00}"/>
          </ac:spMkLst>
        </pc:spChg>
        <pc:spChg chg="add mod">
          <ac:chgData name="Aravind Marikanti" userId="250da7a957f5eb55" providerId="LiveId" clId="{B65F500B-4139-441B-B063-A51CC3BEF952}" dt="2026-10-07T13:30:58.223" v="3575" actId="1076"/>
          <ac:spMkLst>
            <pc:docMk/>
            <pc:sldMk cId="4242509424" sldId="284"/>
            <ac:spMk id="5" creationId="{EF8E70E0-6212-5F54-3E4E-73FB9698592A}"/>
          </ac:spMkLst>
        </pc:spChg>
        <pc:spChg chg="add mod">
          <ac:chgData name="Aravind Marikanti" userId="250da7a957f5eb55" providerId="LiveId" clId="{B65F500B-4139-441B-B063-A51CC3BEF952}" dt="2026-10-07T13:30:58.223" v="3575" actId="1076"/>
          <ac:spMkLst>
            <pc:docMk/>
            <pc:sldMk cId="4242509424" sldId="284"/>
            <ac:spMk id="6" creationId="{46225E5D-9898-2497-66DB-A952843DD11C}"/>
          </ac:spMkLst>
        </pc:spChg>
        <pc:spChg chg="mod">
          <ac:chgData name="Aravind Marikanti" userId="250da7a957f5eb55" providerId="LiveId" clId="{B65F500B-4139-441B-B063-A51CC3BEF952}" dt="2026-10-07T13:21:36.275" v="3505" actId="20577"/>
          <ac:spMkLst>
            <pc:docMk/>
            <pc:sldMk cId="4242509424" sldId="284"/>
            <ac:spMk id="7" creationId="{949339A1-E416-36FF-FD50-453B24D3E49D}"/>
          </ac:spMkLst>
        </pc:spChg>
        <pc:spChg chg="add mod">
          <ac:chgData name="Aravind Marikanti" userId="250da7a957f5eb55" providerId="LiveId" clId="{B65F500B-4139-441B-B063-A51CC3BEF952}" dt="2026-10-07T13:30:58.223" v="3575" actId="1076"/>
          <ac:spMkLst>
            <pc:docMk/>
            <pc:sldMk cId="4242509424" sldId="284"/>
            <ac:spMk id="9" creationId="{00000000-0000-0000-0000-000000000000}"/>
          </ac:spMkLst>
        </pc:spChg>
        <pc:spChg chg="add mod">
          <ac:chgData name="Aravind Marikanti" userId="250da7a957f5eb55" providerId="LiveId" clId="{B65F500B-4139-441B-B063-A51CC3BEF952}" dt="2026-10-07T13:30:58.223" v="3575" actId="1076"/>
          <ac:spMkLst>
            <pc:docMk/>
            <pc:sldMk cId="4242509424" sldId="284"/>
            <ac:spMk id="10" creationId="{00000000-0000-0000-0000-000000000000}"/>
          </ac:spMkLst>
        </pc:spChg>
        <pc:spChg chg="add del">
          <ac:chgData name="Aravind Marikanti" userId="250da7a957f5eb55" providerId="LiveId" clId="{B65F500B-4139-441B-B063-A51CC3BEF952}" dt="2026-10-07T13:25:55.615" v="3543" actId="11529"/>
          <ac:spMkLst>
            <pc:docMk/>
            <pc:sldMk cId="4242509424" sldId="284"/>
            <ac:spMk id="11" creationId="{500C7819-BC60-5D76-BC48-23C15F5AEDC1}"/>
          </ac:spMkLst>
        </pc:spChg>
        <pc:spChg chg="add mod">
          <ac:chgData name="Aravind Marikanti" userId="250da7a957f5eb55" providerId="LiveId" clId="{B65F500B-4139-441B-B063-A51CC3BEF952}" dt="2026-10-07T13:30:58.223" v="3575" actId="1076"/>
          <ac:spMkLst>
            <pc:docMk/>
            <pc:sldMk cId="4242509424" sldId="284"/>
            <ac:spMk id="12" creationId="{00000000-0000-0000-0000-000000000000}"/>
          </ac:spMkLst>
        </pc:spChg>
        <pc:spChg chg="add mod">
          <ac:chgData name="Aravind Marikanti" userId="250da7a957f5eb55" providerId="LiveId" clId="{B65F500B-4139-441B-B063-A51CC3BEF952}" dt="2026-10-07T13:30:58.223" v="3575" actId="1076"/>
          <ac:spMkLst>
            <pc:docMk/>
            <pc:sldMk cId="4242509424" sldId="284"/>
            <ac:spMk id="13" creationId="{BA12446E-66CF-07B1-31CF-38F714BF14C7}"/>
          </ac:spMkLst>
        </pc:spChg>
        <pc:spChg chg="add mod">
          <ac:chgData name="Aravind Marikanti" userId="250da7a957f5eb55" providerId="LiveId" clId="{B65F500B-4139-441B-B063-A51CC3BEF952}" dt="2026-10-07T13:30:58.223" v="3575" actId="1076"/>
          <ac:spMkLst>
            <pc:docMk/>
            <pc:sldMk cId="4242509424" sldId="284"/>
            <ac:spMk id="15" creationId="{45ACB003-8B26-097F-3DF5-D3E560A8933B}"/>
          </ac:spMkLst>
        </pc:spChg>
        <pc:spChg chg="del">
          <ac:chgData name="Aravind Marikanti" userId="250da7a957f5eb55" providerId="LiveId" clId="{B65F500B-4139-441B-B063-A51CC3BEF952}" dt="2026-10-07T13:22:45.037" v="3513" actId="478"/>
          <ac:spMkLst>
            <pc:docMk/>
            <pc:sldMk cId="4242509424" sldId="284"/>
            <ac:spMk id="16" creationId="{E775B103-97A8-B933-66C4-5436B8C4A766}"/>
          </ac:spMkLst>
        </pc:spChg>
        <pc:spChg chg="add mod">
          <ac:chgData name="Aravind Marikanti" userId="250da7a957f5eb55" providerId="LiveId" clId="{B65F500B-4139-441B-B063-A51CC3BEF952}" dt="2026-10-07T13:30:58.223" v="3575" actId="1076"/>
          <ac:spMkLst>
            <pc:docMk/>
            <pc:sldMk cId="4242509424" sldId="284"/>
            <ac:spMk id="17" creationId="{A26AF372-CB77-8907-41B1-B559BC48B273}"/>
          </ac:spMkLst>
        </pc:spChg>
        <pc:spChg chg="del mod">
          <ac:chgData name="Aravind Marikanti" userId="250da7a957f5eb55" providerId="LiveId" clId="{B65F500B-4139-441B-B063-A51CC3BEF952}" dt="2026-10-07T13:30:22.841" v="3571" actId="478"/>
          <ac:spMkLst>
            <pc:docMk/>
            <pc:sldMk cId="4242509424" sldId="284"/>
            <ac:spMk id="19" creationId="{9BCA2FA8-09EF-CE9B-0E71-12024C6E7DC6}"/>
          </ac:spMkLst>
        </pc:spChg>
        <pc:spChg chg="add del mod">
          <ac:chgData name="Aravind Marikanti" userId="250da7a957f5eb55" providerId="LiveId" clId="{B65F500B-4139-441B-B063-A51CC3BEF952}" dt="2026-10-07T13:30:20.339" v="3570" actId="478"/>
          <ac:spMkLst>
            <pc:docMk/>
            <pc:sldMk cId="4242509424" sldId="284"/>
            <ac:spMk id="20" creationId="{4C5CFD22-3FF2-CE73-AA64-1FBE8E03F3D9}"/>
          </ac:spMkLst>
        </pc:spChg>
        <pc:spChg chg="add mod">
          <ac:chgData name="Aravind Marikanti" userId="250da7a957f5eb55" providerId="LiveId" clId="{B65F500B-4139-441B-B063-A51CC3BEF952}" dt="2026-10-07T13:30:58.223" v="3575" actId="1076"/>
          <ac:spMkLst>
            <pc:docMk/>
            <pc:sldMk cId="4242509424" sldId="284"/>
            <ac:spMk id="22" creationId="{E5C1C585-9D84-73A2-861E-B4D92B29E7E3}"/>
          </ac:spMkLst>
        </pc:spChg>
        <pc:graphicFrameChg chg="add mod modGraphic">
          <ac:chgData name="Aravind Marikanti" userId="250da7a957f5eb55" providerId="LiveId" clId="{B65F500B-4139-441B-B063-A51CC3BEF952}" dt="2026-10-07T13:31:01.644" v="3576" actId="14100"/>
          <ac:graphicFrameMkLst>
            <pc:docMk/>
            <pc:sldMk cId="4242509424" sldId="284"/>
            <ac:graphicFrameMk id="8" creationId="{00000000-0000-0000-0000-000000000000}"/>
          </ac:graphicFrameMkLst>
        </pc:graphicFrameChg>
        <pc:graphicFrameChg chg="del">
          <ac:chgData name="Aravind Marikanti" userId="250da7a957f5eb55" providerId="LiveId" clId="{B65F500B-4139-441B-B063-A51CC3BEF952}" dt="2026-10-07T13:20:19.580" v="3491" actId="478"/>
          <ac:graphicFrameMkLst>
            <pc:docMk/>
            <pc:sldMk cId="4242509424" sldId="284"/>
            <ac:graphicFrameMk id="14" creationId="{D5FEACBD-7903-6FF7-71F8-A3C38298CF7A}"/>
          </ac:graphicFrameMkLst>
        </pc:graphicFrameChg>
      </pc:sldChg>
      <pc:sldChg chg="modSp add mod">
        <pc:chgData name="Aravind Marikanti" userId="250da7a957f5eb55" providerId="LiveId" clId="{B65F500B-4139-441B-B063-A51CC3BEF952}" dt="2026-10-07T13:37:39.577" v="3613" actId="1076"/>
        <pc:sldMkLst>
          <pc:docMk/>
          <pc:sldMk cId="1799323172" sldId="285"/>
        </pc:sldMkLst>
        <pc:spChg chg="mod">
          <ac:chgData name="Aravind Marikanti" userId="250da7a957f5eb55" providerId="LiveId" clId="{B65F500B-4139-441B-B063-A51CC3BEF952}" dt="2026-10-07T13:37:39.577" v="3613" actId="1076"/>
          <ac:spMkLst>
            <pc:docMk/>
            <pc:sldMk cId="1799323172" sldId="285"/>
            <ac:spMk id="3" creationId="{0DD1BC73-2A53-D649-07F9-8767E303B890}"/>
          </ac:spMkLst>
        </pc:spChg>
        <pc:spChg chg="mod">
          <ac:chgData name="Aravind Marikanti" userId="250da7a957f5eb55" providerId="LiveId" clId="{B65F500B-4139-441B-B063-A51CC3BEF952}" dt="2026-10-07T13:37:35.522" v="3612" actId="1076"/>
          <ac:spMkLst>
            <pc:docMk/>
            <pc:sldMk cId="1799323172" sldId="285"/>
            <ac:spMk id="4" creationId="{4CB4ABBB-E504-5F45-0F0D-3110131D3C35}"/>
          </ac:spMkLst>
        </pc:spChg>
      </pc:sldChg>
      <pc:sldChg chg="addSp delSp modSp add mod">
        <pc:chgData name="Aravind Marikanti" userId="250da7a957f5eb55" providerId="LiveId" clId="{B65F500B-4139-441B-B063-A51CC3BEF952}" dt="2026-10-07T14:07:32.347" v="3850"/>
        <pc:sldMkLst>
          <pc:docMk/>
          <pc:sldMk cId="2207606611" sldId="286"/>
        </pc:sldMkLst>
        <pc:spChg chg="mod">
          <ac:chgData name="Aravind Marikanti" userId="250da7a957f5eb55" providerId="LiveId" clId="{B65F500B-4139-441B-B063-A51CC3BEF952}" dt="2026-10-07T14:06:28.134" v="3840" actId="20577"/>
          <ac:spMkLst>
            <pc:docMk/>
            <pc:sldMk cId="2207606611" sldId="286"/>
            <ac:spMk id="7" creationId="{B3CAD788-B523-CC07-1C1F-C727D3C59CDD}"/>
          </ac:spMkLst>
        </pc:spChg>
        <pc:spChg chg="add del mod">
          <ac:chgData name="Aravind Marikanti" userId="250da7a957f5eb55" providerId="LiveId" clId="{B65F500B-4139-441B-B063-A51CC3BEF952}" dt="2026-10-07T14:06:33.710" v="3841" actId="478"/>
          <ac:spMkLst>
            <pc:docMk/>
            <pc:sldMk cId="2207606611" sldId="286"/>
            <ac:spMk id="8" creationId="{D9EDAE47-280F-EF1F-6717-4907DB4343D3}"/>
          </ac:spMkLst>
        </pc:spChg>
        <pc:spChg chg="del mod">
          <ac:chgData name="Aravind Marikanti" userId="250da7a957f5eb55" providerId="LiveId" clId="{B65F500B-4139-441B-B063-A51CC3BEF952}" dt="2026-10-07T14:01:51.104" v="3765"/>
          <ac:spMkLst>
            <pc:docMk/>
            <pc:sldMk cId="2207606611" sldId="286"/>
            <ac:spMk id="9" creationId="{9DD46FB7-B602-1F35-E620-B667C7080210}"/>
          </ac:spMkLst>
        </pc:spChg>
        <pc:spChg chg="mod">
          <ac:chgData name="Aravind Marikanti" userId="250da7a957f5eb55" providerId="LiveId" clId="{B65F500B-4139-441B-B063-A51CC3BEF952}" dt="2026-10-07T14:02:47.068" v="3784" actId="20577"/>
          <ac:spMkLst>
            <pc:docMk/>
            <pc:sldMk cId="2207606611" sldId="286"/>
            <ac:spMk id="11" creationId="{15B550A9-7FB5-380C-87F9-F61185A26723}"/>
          </ac:spMkLst>
        </pc:spChg>
        <pc:spChg chg="add del mod">
          <ac:chgData name="Aravind Marikanti" userId="250da7a957f5eb55" providerId="LiveId" clId="{B65F500B-4139-441B-B063-A51CC3BEF952}" dt="2026-10-07T14:07:01.419" v="3845" actId="478"/>
          <ac:spMkLst>
            <pc:docMk/>
            <pc:sldMk cId="2207606611" sldId="286"/>
            <ac:spMk id="12" creationId="{FB63222A-17D6-7D4E-925B-FBB77C4A79DF}"/>
          </ac:spMkLst>
        </pc:spChg>
        <pc:spChg chg="add mod">
          <ac:chgData name="Aravind Marikanti" userId="250da7a957f5eb55" providerId="LiveId" clId="{B65F500B-4139-441B-B063-A51CC3BEF952}" dt="2026-10-07T14:07:32.347" v="3850"/>
          <ac:spMkLst>
            <pc:docMk/>
            <pc:sldMk cId="2207606611" sldId="286"/>
            <ac:spMk id="13" creationId="{C472B715-6598-EBBF-3080-4F9D5141BB33}"/>
          </ac:spMkLst>
        </pc:spChg>
        <pc:spChg chg="mod">
          <ac:chgData name="Aravind Marikanti" userId="250da7a957f5eb55" providerId="LiveId" clId="{B65F500B-4139-441B-B063-A51CC3BEF952}" dt="2026-10-07T14:02:31.001" v="3778" actId="20577"/>
          <ac:spMkLst>
            <pc:docMk/>
            <pc:sldMk cId="2207606611" sldId="286"/>
            <ac:spMk id="14" creationId="{584AB14F-65F3-FB36-5175-510C22548F16}"/>
          </ac:spMkLst>
        </pc:spChg>
        <pc:picChg chg="add mod">
          <ac:chgData name="Aravind Marikanti" userId="250da7a957f5eb55" providerId="LiveId" clId="{B65F500B-4139-441B-B063-A51CC3BEF952}" dt="2026-10-07T14:04:11.914" v="3801" actId="14100"/>
          <ac:picMkLst>
            <pc:docMk/>
            <pc:sldMk cId="2207606611" sldId="286"/>
            <ac:picMk id="3" creationId="{6789E9E4-AA4E-06FD-775A-B59508F82413}"/>
          </ac:picMkLst>
        </pc:picChg>
        <pc:picChg chg="del mod">
          <ac:chgData name="Aravind Marikanti" userId="250da7a957f5eb55" providerId="LiveId" clId="{B65F500B-4139-441B-B063-A51CC3BEF952}" dt="2026-10-07T14:03:10.422" v="3785" actId="478"/>
          <ac:picMkLst>
            <pc:docMk/>
            <pc:sldMk cId="2207606611" sldId="286"/>
            <ac:picMk id="4" creationId="{F65A8B88-7DFB-0603-4AA5-6CD133B46EB2}"/>
          </ac:picMkLst>
        </pc:picChg>
        <pc:picChg chg="add mod">
          <ac:chgData name="Aravind Marikanti" userId="250da7a957f5eb55" providerId="LiveId" clId="{B65F500B-4139-441B-B063-A51CC3BEF952}" dt="2026-10-07T14:04:03.372" v="3800" actId="14100"/>
          <ac:picMkLst>
            <pc:docMk/>
            <pc:sldMk cId="2207606611" sldId="286"/>
            <ac:picMk id="6" creationId="{88888F76-5E36-5EAB-CBCF-3D6C35957355}"/>
          </ac:picMkLst>
        </pc:picChg>
        <pc:picChg chg="del mod">
          <ac:chgData name="Aravind Marikanti" userId="250da7a957f5eb55" providerId="LiveId" clId="{B65F500B-4139-441B-B063-A51CC3BEF952}" dt="2026-10-07T14:03:12.226" v="3786" actId="478"/>
          <ac:picMkLst>
            <pc:docMk/>
            <pc:sldMk cId="2207606611" sldId="286"/>
            <ac:picMk id="16" creationId="{382CA480-8577-7645-1A30-0A791491D793}"/>
          </ac:picMkLst>
        </pc:picChg>
      </pc:sldChg>
      <pc:sldChg chg="addSp delSp modSp add mod">
        <pc:chgData name="Aravind Marikanti" userId="250da7a957f5eb55" providerId="LiveId" clId="{B65F500B-4139-441B-B063-A51CC3BEF952}" dt="2026-10-07T14:12:50.539" v="3897"/>
        <pc:sldMkLst>
          <pc:docMk/>
          <pc:sldMk cId="76460388" sldId="287"/>
        </pc:sldMkLst>
        <pc:spChg chg="mod">
          <ac:chgData name="Aravind Marikanti" userId="250da7a957f5eb55" providerId="LiveId" clId="{B65F500B-4139-441B-B063-A51CC3BEF952}" dt="2026-10-07T14:11:00.662" v="3882"/>
          <ac:spMkLst>
            <pc:docMk/>
            <pc:sldMk cId="76460388" sldId="287"/>
            <ac:spMk id="7" creationId="{EDF753CA-3006-1E50-F390-447AE8922757}"/>
          </ac:spMkLst>
        </pc:spChg>
        <pc:spChg chg="mod">
          <ac:chgData name="Aravind Marikanti" userId="250da7a957f5eb55" providerId="LiveId" clId="{B65F500B-4139-441B-B063-A51CC3BEF952}" dt="2026-10-07T14:09:59.062" v="3871" actId="20577"/>
          <ac:spMkLst>
            <pc:docMk/>
            <pc:sldMk cId="76460388" sldId="287"/>
            <ac:spMk id="11" creationId="{70AC8603-9D27-EB2D-83BA-608E634ADB77}"/>
          </ac:spMkLst>
        </pc:spChg>
        <pc:spChg chg="mod">
          <ac:chgData name="Aravind Marikanti" userId="250da7a957f5eb55" providerId="LiveId" clId="{B65F500B-4139-441B-B063-A51CC3BEF952}" dt="2026-10-07T14:12:50.539" v="3897"/>
          <ac:spMkLst>
            <pc:docMk/>
            <pc:sldMk cId="76460388" sldId="287"/>
            <ac:spMk id="13" creationId="{AD4ED79C-952A-D843-5A81-4BFAF36EB48E}"/>
          </ac:spMkLst>
        </pc:spChg>
        <pc:spChg chg="mod">
          <ac:chgData name="Aravind Marikanti" userId="250da7a957f5eb55" providerId="LiveId" clId="{B65F500B-4139-441B-B063-A51CC3BEF952}" dt="2026-10-07T14:12:25.556" v="3895" actId="20577"/>
          <ac:spMkLst>
            <pc:docMk/>
            <pc:sldMk cId="76460388" sldId="287"/>
            <ac:spMk id="14" creationId="{68F5472F-560D-EF50-EAD0-66350BB3D8EF}"/>
          </ac:spMkLst>
        </pc:spChg>
        <pc:picChg chg="del">
          <ac:chgData name="Aravind Marikanti" userId="250da7a957f5eb55" providerId="LiveId" clId="{B65F500B-4139-441B-B063-A51CC3BEF952}" dt="2026-10-07T14:10:40.605" v="3880" actId="478"/>
          <ac:picMkLst>
            <pc:docMk/>
            <pc:sldMk cId="76460388" sldId="287"/>
            <ac:picMk id="3" creationId="{CC233502-632A-62D7-C797-24C9E2FCB08B}"/>
          </ac:picMkLst>
        </pc:picChg>
        <pc:picChg chg="add mod">
          <ac:chgData name="Aravind Marikanti" userId="250da7a957f5eb55" providerId="LiveId" clId="{B65F500B-4139-441B-B063-A51CC3BEF952}" dt="2026-10-07T14:08:46.759" v="3857" actId="1076"/>
          <ac:picMkLst>
            <pc:docMk/>
            <pc:sldMk cId="76460388" sldId="287"/>
            <ac:picMk id="4" creationId="{D17745EA-56FD-7FDE-0611-3D104962FBDE}"/>
          </ac:picMkLst>
        </pc:picChg>
        <pc:picChg chg="del">
          <ac:chgData name="Aravind Marikanti" userId="250da7a957f5eb55" providerId="LiveId" clId="{B65F500B-4139-441B-B063-A51CC3BEF952}" dt="2026-10-07T14:08:41.390" v="3855" actId="478"/>
          <ac:picMkLst>
            <pc:docMk/>
            <pc:sldMk cId="76460388" sldId="287"/>
            <ac:picMk id="6" creationId="{09471BC5-4B75-3230-6F8A-FF406BBEB8D2}"/>
          </ac:picMkLst>
        </pc:picChg>
        <pc:picChg chg="add mod">
          <ac:chgData name="Aravind Marikanti" userId="250da7a957f5eb55" providerId="LiveId" clId="{B65F500B-4139-441B-B063-A51CC3BEF952}" dt="2026-10-07T14:12:16.238" v="3887" actId="14100"/>
          <ac:picMkLst>
            <pc:docMk/>
            <pc:sldMk cId="76460388" sldId="287"/>
            <ac:picMk id="8" creationId="{F4F034A8-366C-2E05-61BC-5AB3A488F5FF}"/>
          </ac:picMkLst>
        </pc:picChg>
      </pc:sldChg>
      <pc:sldChg chg="addSp delSp modSp add mod">
        <pc:chgData name="Aravind Marikanti" userId="250da7a957f5eb55" providerId="LiveId" clId="{B65F500B-4139-441B-B063-A51CC3BEF952}" dt="2026-10-07T14:21:20.336" v="3949" actId="1076"/>
        <pc:sldMkLst>
          <pc:docMk/>
          <pc:sldMk cId="969621474" sldId="288"/>
        </pc:sldMkLst>
        <pc:spChg chg="del mod">
          <ac:chgData name="Aravind Marikanti" userId="250da7a957f5eb55" providerId="LiveId" clId="{B65F500B-4139-441B-B063-A51CC3BEF952}" dt="2026-10-07T14:18:34.190" v="3927" actId="478"/>
          <ac:spMkLst>
            <pc:docMk/>
            <pc:sldMk cId="969621474" sldId="288"/>
            <ac:spMk id="7" creationId="{AB0C0BB5-DBBF-0C7B-0D59-19F481FDBCD3}"/>
          </ac:spMkLst>
        </pc:spChg>
        <pc:spChg chg="mod">
          <ac:chgData name="Aravind Marikanti" userId="250da7a957f5eb55" providerId="LiveId" clId="{B65F500B-4139-441B-B063-A51CC3BEF952}" dt="2026-10-07T14:19:57.067" v="3937" actId="20577"/>
          <ac:spMkLst>
            <pc:docMk/>
            <pc:sldMk cId="969621474" sldId="288"/>
            <ac:spMk id="11" creationId="{139BAD8B-3AD8-A885-1D6B-EC2FE4CBEE44}"/>
          </ac:spMkLst>
        </pc:spChg>
        <pc:spChg chg="mod">
          <ac:chgData name="Aravind Marikanti" userId="250da7a957f5eb55" providerId="LiveId" clId="{B65F500B-4139-441B-B063-A51CC3BEF952}" dt="2026-10-07T14:21:20.336" v="3949" actId="1076"/>
          <ac:spMkLst>
            <pc:docMk/>
            <pc:sldMk cId="969621474" sldId="288"/>
            <ac:spMk id="13" creationId="{C6552F84-8730-4D5A-263F-60289D760959}"/>
          </ac:spMkLst>
        </pc:spChg>
        <pc:spChg chg="del">
          <ac:chgData name="Aravind Marikanti" userId="250da7a957f5eb55" providerId="LiveId" clId="{B65F500B-4139-441B-B063-A51CC3BEF952}" dt="2026-10-07T14:17:04.108" v="3917" actId="478"/>
          <ac:spMkLst>
            <pc:docMk/>
            <pc:sldMk cId="969621474" sldId="288"/>
            <ac:spMk id="14" creationId="{D2863C52-992F-614E-684F-CF9D1C651424}"/>
          </ac:spMkLst>
        </pc:spChg>
        <pc:picChg chg="add del mod">
          <ac:chgData name="Aravind Marikanti" userId="250da7a957f5eb55" providerId="LiveId" clId="{B65F500B-4139-441B-B063-A51CC3BEF952}" dt="2026-10-07T14:20:00.334" v="3938" actId="478"/>
          <ac:picMkLst>
            <pc:docMk/>
            <pc:sldMk cId="969621474" sldId="288"/>
            <ac:picMk id="3" creationId="{F51AF53B-EA86-18E9-31F4-AEAAB22BC17F}"/>
          </ac:picMkLst>
        </pc:picChg>
        <pc:picChg chg="del">
          <ac:chgData name="Aravind Marikanti" userId="250da7a957f5eb55" providerId="LiveId" clId="{B65F500B-4139-441B-B063-A51CC3BEF952}" dt="2026-10-07T14:17:07.907" v="3919" actId="478"/>
          <ac:picMkLst>
            <pc:docMk/>
            <pc:sldMk cId="969621474" sldId="288"/>
            <ac:picMk id="4" creationId="{A8319BB5-20F1-04CA-6D2C-848D81DF46FC}"/>
          </ac:picMkLst>
        </pc:picChg>
        <pc:picChg chg="add mod">
          <ac:chgData name="Aravind Marikanti" userId="250da7a957f5eb55" providerId="LiveId" clId="{B65F500B-4139-441B-B063-A51CC3BEF952}" dt="2026-10-07T14:20:41.886" v="3945" actId="1076"/>
          <ac:picMkLst>
            <pc:docMk/>
            <pc:sldMk cId="969621474" sldId="288"/>
            <ac:picMk id="6" creationId="{E09C344C-1B85-7C41-3638-92D95BBD87FB}"/>
          </ac:picMkLst>
        </pc:picChg>
        <pc:picChg chg="del">
          <ac:chgData name="Aravind Marikanti" userId="250da7a957f5eb55" providerId="LiveId" clId="{B65F500B-4139-441B-B063-A51CC3BEF952}" dt="2026-10-07T14:17:06.059" v="3918" actId="478"/>
          <ac:picMkLst>
            <pc:docMk/>
            <pc:sldMk cId="969621474" sldId="288"/>
            <ac:picMk id="8" creationId="{4D978DEB-BBC1-825B-95DB-18691A1BBCCD}"/>
          </ac:picMkLst>
        </pc:picChg>
      </pc:sldChg>
      <pc:sldChg chg="addSp delSp modSp add mod">
        <pc:chgData name="Aravind Marikanti" userId="250da7a957f5eb55" providerId="LiveId" clId="{B65F500B-4139-441B-B063-A51CC3BEF952}" dt="2026-10-07T14:24:16.308" v="3987"/>
        <pc:sldMkLst>
          <pc:docMk/>
          <pc:sldMk cId="4227928917" sldId="289"/>
        </pc:sldMkLst>
        <pc:spChg chg="mod">
          <ac:chgData name="Aravind Marikanti" userId="250da7a957f5eb55" providerId="LiveId" clId="{B65F500B-4139-441B-B063-A51CC3BEF952}" dt="2026-10-07T14:23:18.208" v="3986" actId="1076"/>
          <ac:spMkLst>
            <pc:docMk/>
            <pc:sldMk cId="4227928917" sldId="289"/>
            <ac:spMk id="11" creationId="{8642AE17-4495-C7B5-FCE7-A3B0ADA8CB3B}"/>
          </ac:spMkLst>
        </pc:spChg>
        <pc:spChg chg="mod">
          <ac:chgData name="Aravind Marikanti" userId="250da7a957f5eb55" providerId="LiveId" clId="{B65F500B-4139-441B-B063-A51CC3BEF952}" dt="2026-10-07T14:24:16.308" v="3987"/>
          <ac:spMkLst>
            <pc:docMk/>
            <pc:sldMk cId="4227928917" sldId="289"/>
            <ac:spMk id="13" creationId="{18F35D68-12B8-C260-E155-17B14666C996}"/>
          </ac:spMkLst>
        </pc:spChg>
        <pc:picChg chg="add mod">
          <ac:chgData name="Aravind Marikanti" userId="250da7a957f5eb55" providerId="LiveId" clId="{B65F500B-4139-441B-B063-A51CC3BEF952}" dt="2026-10-07T14:23:12.104" v="3985" actId="1076"/>
          <ac:picMkLst>
            <pc:docMk/>
            <pc:sldMk cId="4227928917" sldId="289"/>
            <ac:picMk id="3" creationId="{64C2194B-2D40-1A44-056E-C4920B4E5580}"/>
          </ac:picMkLst>
        </pc:picChg>
        <pc:picChg chg="del">
          <ac:chgData name="Aravind Marikanti" userId="250da7a957f5eb55" providerId="LiveId" clId="{B65F500B-4139-441B-B063-A51CC3BEF952}" dt="2026-10-07T14:22:19.290" v="3967" actId="478"/>
          <ac:picMkLst>
            <pc:docMk/>
            <pc:sldMk cId="4227928917" sldId="289"/>
            <ac:picMk id="6" creationId="{16463BF7-2FBC-FF49-CC93-D1C839CC5637}"/>
          </ac:picMkLst>
        </pc:picChg>
      </pc:sldChg>
      <pc:sldChg chg="addSp delSp modSp add mod ord">
        <pc:chgData name="Aravind Marikanti" userId="250da7a957f5eb55" providerId="LiveId" clId="{B65F500B-4139-441B-B063-A51CC3BEF952}" dt="2026-10-07T14:29:10.236" v="4042" actId="14100"/>
        <pc:sldMkLst>
          <pc:docMk/>
          <pc:sldMk cId="742341974" sldId="290"/>
        </pc:sldMkLst>
        <pc:spChg chg="mod">
          <ac:chgData name="Aravind Marikanti" userId="250da7a957f5eb55" providerId="LiveId" clId="{B65F500B-4139-441B-B063-A51CC3BEF952}" dt="2026-10-07T14:29:05.132" v="4041"/>
          <ac:spMkLst>
            <pc:docMk/>
            <pc:sldMk cId="742341974" sldId="290"/>
            <ac:spMk id="7" creationId="{F1F1026A-A429-050C-1D85-4B14E398493B}"/>
          </ac:spMkLst>
        </pc:spChg>
        <pc:spChg chg="mod">
          <ac:chgData name="Aravind Marikanti" userId="250da7a957f5eb55" providerId="LiveId" clId="{B65F500B-4139-441B-B063-A51CC3BEF952}" dt="2026-10-07T14:27:18.650" v="4024" actId="20577"/>
          <ac:spMkLst>
            <pc:docMk/>
            <pc:sldMk cId="742341974" sldId="290"/>
            <ac:spMk id="11" creationId="{5031B4CF-25A5-595E-0C4D-E105CE3BD5B3}"/>
          </ac:spMkLst>
        </pc:spChg>
        <pc:spChg chg="del mod">
          <ac:chgData name="Aravind Marikanti" userId="250da7a957f5eb55" providerId="LiveId" clId="{B65F500B-4139-441B-B063-A51CC3BEF952}" dt="2026-10-07T14:28:35.008" v="4035" actId="478"/>
          <ac:spMkLst>
            <pc:docMk/>
            <pc:sldMk cId="742341974" sldId="290"/>
            <ac:spMk id="13" creationId="{ADBD6FDF-B932-8C18-8303-668FE8877AF4}"/>
          </ac:spMkLst>
        </pc:spChg>
        <pc:spChg chg="del mod">
          <ac:chgData name="Aravind Marikanti" userId="250da7a957f5eb55" providerId="LiveId" clId="{B65F500B-4139-441B-B063-A51CC3BEF952}" dt="2026-10-07T14:28:19.044" v="4030" actId="478"/>
          <ac:spMkLst>
            <pc:docMk/>
            <pc:sldMk cId="742341974" sldId="290"/>
            <ac:spMk id="14" creationId="{12E22348-63D9-E18F-A74B-6460A2D6BEF6}"/>
          </ac:spMkLst>
        </pc:spChg>
        <pc:picChg chg="del">
          <ac:chgData name="Aravind Marikanti" userId="250da7a957f5eb55" providerId="LiveId" clId="{B65F500B-4139-441B-B063-A51CC3BEF952}" dt="2026-10-07T14:28:14.468" v="4028" actId="478"/>
          <ac:picMkLst>
            <pc:docMk/>
            <pc:sldMk cId="742341974" sldId="290"/>
            <ac:picMk id="3" creationId="{6B101787-5D6F-B4C6-4243-97CF0F154082}"/>
          </ac:picMkLst>
        </pc:picChg>
        <pc:picChg chg="add mod">
          <ac:chgData name="Aravind Marikanti" userId="250da7a957f5eb55" providerId="LiveId" clId="{B65F500B-4139-441B-B063-A51CC3BEF952}" dt="2026-10-07T14:29:10.236" v="4042" actId="14100"/>
          <ac:picMkLst>
            <pc:docMk/>
            <pc:sldMk cId="742341974" sldId="290"/>
            <ac:picMk id="4" creationId="{1DEF8589-C5A8-3700-11F0-E9DEBB55D4E8}"/>
          </ac:picMkLst>
        </pc:picChg>
        <pc:picChg chg="del">
          <ac:chgData name="Aravind Marikanti" userId="250da7a957f5eb55" providerId="LiveId" clId="{B65F500B-4139-441B-B063-A51CC3BEF952}" dt="2026-10-07T14:26:47.370" v="4014" actId="478"/>
          <ac:picMkLst>
            <pc:docMk/>
            <pc:sldMk cId="742341974" sldId="290"/>
            <ac:picMk id="6" creationId="{2E639B54-31F3-4DDC-CED7-68CF63F2A1B6}"/>
          </ac:picMkLst>
        </pc:picChg>
      </pc:sldChg>
      <pc:sldChg chg="addSp delSp modSp add mod">
        <pc:chgData name="Aravind Marikanti" userId="250da7a957f5eb55" providerId="LiveId" clId="{B65F500B-4139-441B-B063-A51CC3BEF952}" dt="2026-10-07T14:34:43.337" v="4110" actId="20577"/>
        <pc:sldMkLst>
          <pc:docMk/>
          <pc:sldMk cId="1585540020" sldId="291"/>
        </pc:sldMkLst>
        <pc:spChg chg="mod">
          <ac:chgData name="Aravind Marikanti" userId="250da7a957f5eb55" providerId="LiveId" clId="{B65F500B-4139-441B-B063-A51CC3BEF952}" dt="2026-10-07T14:34:43.337" v="4110" actId="20577"/>
          <ac:spMkLst>
            <pc:docMk/>
            <pc:sldMk cId="1585540020" sldId="291"/>
            <ac:spMk id="7" creationId="{189D7217-8C07-738D-D0EB-D3386E3E9D43}"/>
          </ac:spMkLst>
        </pc:spChg>
        <pc:spChg chg="mod">
          <ac:chgData name="Aravind Marikanti" userId="250da7a957f5eb55" providerId="LiveId" clId="{B65F500B-4139-441B-B063-A51CC3BEF952}" dt="2026-10-07T14:31:44.175" v="4100" actId="20577"/>
          <ac:spMkLst>
            <pc:docMk/>
            <pc:sldMk cId="1585540020" sldId="291"/>
            <ac:spMk id="11" creationId="{31EEA179-0E7D-462E-D771-4D1223563BD8}"/>
          </ac:spMkLst>
        </pc:spChg>
        <pc:picChg chg="add mod">
          <ac:chgData name="Aravind Marikanti" userId="250da7a957f5eb55" providerId="LiveId" clId="{B65F500B-4139-441B-B063-A51CC3BEF952}" dt="2026-10-07T14:32:20.869" v="4108" actId="14100"/>
          <ac:picMkLst>
            <pc:docMk/>
            <pc:sldMk cId="1585540020" sldId="291"/>
            <ac:picMk id="3" creationId="{928CF233-DAC1-AFF0-68DC-01FE980696FB}"/>
          </ac:picMkLst>
        </pc:picChg>
        <pc:picChg chg="del">
          <ac:chgData name="Aravind Marikanti" userId="250da7a957f5eb55" providerId="LiveId" clId="{B65F500B-4139-441B-B063-A51CC3BEF952}" dt="2026-10-07T14:30:12.694" v="4044" actId="478"/>
          <ac:picMkLst>
            <pc:docMk/>
            <pc:sldMk cId="1585540020" sldId="291"/>
            <ac:picMk id="4" creationId="{8101C4D5-AF99-6AE8-64BB-06D7EB457D15}"/>
          </ac:picMkLst>
        </pc:picChg>
      </pc:sldChg>
      <pc:sldChg chg="modSp add mod">
        <pc:chgData name="Aravind Marikanti" userId="250da7a957f5eb55" providerId="LiveId" clId="{B65F500B-4139-441B-B063-A51CC3BEF952}" dt="2026-10-07T14:45:20.065" v="4168" actId="2711"/>
        <pc:sldMkLst>
          <pc:docMk/>
          <pc:sldMk cId="2982834473" sldId="292"/>
        </pc:sldMkLst>
        <pc:spChg chg="mod">
          <ac:chgData name="Aravind Marikanti" userId="250da7a957f5eb55" providerId="LiveId" clId="{B65F500B-4139-441B-B063-A51CC3BEF952}" dt="2026-10-07T14:45:20.065" v="4168" actId="2711"/>
          <ac:spMkLst>
            <pc:docMk/>
            <pc:sldMk cId="2982834473" sldId="292"/>
            <ac:spMk id="3" creationId="{29784BC6-D96E-7146-DF06-4C8A4581265B}"/>
          </ac:spMkLst>
        </pc:spChg>
        <pc:spChg chg="mod">
          <ac:chgData name="Aravind Marikanti" userId="250da7a957f5eb55" providerId="LiveId" clId="{B65F500B-4139-441B-B063-A51CC3BEF952}" dt="2026-10-07T14:41:15.900" v="4147" actId="1076"/>
          <ac:spMkLst>
            <pc:docMk/>
            <pc:sldMk cId="2982834473" sldId="292"/>
            <ac:spMk id="6" creationId="{FFA494E4-2DF4-130D-E18A-544F776DE537}"/>
          </ac:spMkLst>
        </pc:spChg>
      </pc:sldChg>
      <pc:sldChg chg="addSp delSp modSp add mod">
        <pc:chgData name="Aravind Marikanti" userId="250da7a957f5eb55" providerId="LiveId" clId="{B65F500B-4139-441B-B063-A51CC3BEF952}" dt="2026-10-08T07:24:30.147" v="4239" actId="1035"/>
        <pc:sldMkLst>
          <pc:docMk/>
          <pc:sldMk cId="1655644965" sldId="293"/>
        </pc:sldMkLst>
        <pc:spChg chg="del mod">
          <ac:chgData name="Aravind Marikanti" userId="250da7a957f5eb55" providerId="LiveId" clId="{B65F500B-4139-441B-B063-A51CC3BEF952}" dt="2026-10-07T14:52:01.572" v="4208"/>
          <ac:spMkLst>
            <pc:docMk/>
            <pc:sldMk cId="1655644965" sldId="293"/>
            <ac:spMk id="3" creationId="{63F5FDE0-72C5-1B32-F515-DE3258B8A110}"/>
          </ac:spMkLst>
        </pc:spChg>
        <pc:spChg chg="add mod">
          <ac:chgData name="Aravind Marikanti" userId="250da7a957f5eb55" providerId="LiveId" clId="{B65F500B-4139-441B-B063-A51CC3BEF952}" dt="2026-10-08T07:24:30.147" v="4239" actId="1035"/>
          <ac:spMkLst>
            <pc:docMk/>
            <pc:sldMk cId="1655644965" sldId="293"/>
            <ac:spMk id="4" creationId="{521746EC-E769-15C2-120D-722406E2197C}"/>
          </ac:spMkLst>
        </pc:spChg>
        <pc:spChg chg="mod">
          <ac:chgData name="Aravind Marikanti" userId="250da7a957f5eb55" providerId="LiveId" clId="{B65F500B-4139-441B-B063-A51CC3BEF952}" dt="2026-10-07T14:51:55.860" v="4204" actId="207"/>
          <ac:spMkLst>
            <pc:docMk/>
            <pc:sldMk cId="1655644965" sldId="293"/>
            <ac:spMk id="5" creationId="{02F25B72-0F81-5CD7-07E6-4E8A447B4BA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dirty="0"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E233CFDF-A4BF-627B-C0B8-55C06382E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46548104-F7C2-BC8B-482B-3D6CBF1C2D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987DC259-BFD4-DF7B-87FA-0680330188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68643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4FCB77CF-F257-E16F-3543-8B7AAA256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61E4A21F-394A-4E83-EA02-40AC7FB780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94D56CF1-1DA9-2397-0AA7-B8F32A5998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79749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9F741BCF-2046-890E-5CEC-5059F557A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0B9DF14E-FB21-CD04-3AF4-D9A917A78B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0728F9F5-6DF9-B1CB-C6D7-7B4B01ED49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19772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3A025CD3-A135-CB5F-BFA0-8080A618E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E6D27386-691A-2FC4-C7EF-FBE75C26F6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6D81FE77-0ABE-D60C-3597-0EAA235148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39571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7E9B1311-6A30-044E-3CCE-CBDF4E426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7A187310-4C25-80E1-E9B6-C538E9EA5C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4D2A985E-C732-A92E-5092-44B6FABA6D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51513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B47A50D1-D00A-970D-B6EE-3F088311B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E8E49FB3-FFF5-0929-8CFF-179C943E07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5C86E4A2-DCD6-95DE-A27D-AA95BA079D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74862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C9195041-67A8-489E-CB72-FEFC59606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D1CB1FFB-E534-E8DC-4A62-D075CF9E38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40E28803-4112-0BFC-54FA-E8DA9F51BA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12447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4B39BBFC-1CE3-6375-0F26-5CDD043DB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5EDE4E9A-4945-9ED2-C391-7284A636C9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040F8E23-4754-DA15-B33C-D991273DC6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6850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587CCB9F-CB68-CBAE-0FE4-5064CD50C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95420519-AC11-CAFA-01FE-FB0150997C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C65EBE56-1AF9-84A0-58E3-3B3F202F5B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91683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5705D29B-7CF1-1B8C-3F5E-A2501AC93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660DC43B-DF37-F64A-EBEF-FCC0F3EA6A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7C392868-9C39-BA91-19F9-4F3806B33A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09264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F32E10A1-AB42-FBDC-7781-19C364FF9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85AB54BD-828D-BAA0-70ED-FBB1C4F730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7C82EC78-4F5B-B50E-86F9-43225E0185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4419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4674DAB4-42DE-BD6F-ABEC-884E70AD8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F6CA2012-52F9-7040-4676-37BACFFAF9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F137D358-2FAA-8A02-0A0A-A26A784FF2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18485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B271B094-DDD1-AB1D-4B33-F235E6FBF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4EB5972E-B35E-4ABA-E9C9-9139F8575B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582A0020-21BB-3F57-FC3B-EFBE53175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635959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25E0ECEB-786E-08D8-0F8A-2BA6C6541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F33D0264-51A3-9F80-215C-EE47DB6EB9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11F9B2B5-EE33-E15A-8C0C-7D41A1094A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191117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7707F651-5E93-25F7-88AD-CBADB52C9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42EED170-5FCC-4E79-10F2-1CC82FF1FC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3D5A64B7-58C1-63AA-DFE5-50CCE31770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40515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44A886AC-1E03-1E93-6926-5D07A5252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71A8856A-943B-174C-EBA3-FB03137CCB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35823FD2-FAD3-8B40-5D27-CA5F53D944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042777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8CDE5D39-ADCD-FC5D-F6BB-6B83650D8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91E68FB4-DABE-626C-D063-25B8D8F2D1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0A756CB4-E7B2-0E1A-64BB-4A53072A68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253958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C4425D08-1447-70B2-6BAD-40696403A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29436F0D-D4AA-548E-8E02-EE9979A8D1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B6881B4F-CC72-A848-E139-29449DBD43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594528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811DD143-E689-51BE-5FF3-D2CEFDB51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820AAC40-BBAF-0355-E4E0-4536E0D89B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8D74B1C7-7E21-9C1E-947A-55319C1B48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551463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01807ABE-C6C4-B4F4-3C15-E21161770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3E8FDFB9-79C4-68AF-CD9B-E4C3B221C7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BEF42AA8-CE2F-2872-4689-E98F6204D8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828576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25D852CF-9797-AE75-7139-B821216C6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2899ED0B-248D-1BF0-DA9D-716920468A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F6F9B4BE-1F52-1AC6-CC85-AE7037520B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549950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04DAE3EC-E465-D038-681D-45D46DD68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7972A2BF-00FE-40E8-885B-12E18726E8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5A24A2EF-EBE5-575E-A695-C1CFD3F4CE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932442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053B2A66-BE10-1C25-8F3A-118E75E66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6CB7866C-EC49-9B97-A24F-0C8F7C57F7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B5838AA7-D9E7-623E-A46D-F3ED05B5FA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901800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8C260737-37A5-7F28-E812-E3AB9D57B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73359DBF-129B-FB95-1946-AD554045D3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F60781E7-A82E-254E-14D0-9233D65F96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5891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aravind155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Aravind25Marikanti/Laptop-Market-Analysis-EDA_End-to-End-Data-Analytics-Project-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ipkart.com/search?q=laptop&amp;sid=6bo%2Cb5g&amp;as=on&amp;as-show=on&amp;otracker=AS_QueryStore_OrganicAutoSuggest_1_4_na_na_na&amp;otracker1=AS_QueryStore_OrganicAutoSuggest_1_4_na_na_na&amp;as-pos=1&amp;as-type=RECENT&amp;suggestionId=laptop%7CLaptops&amp;requestId=3f3ea89d-e660-48a9-b1a4-5c9c322da66e&amp;as-searchtext=Lapt&amp;page=1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2" y="0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472904" y="3746266"/>
            <a:ext cx="7246189" cy="1661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SzPts val="1800"/>
            </a:pPr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💻 Laptop Market Analysis</a:t>
            </a:r>
          </a:p>
          <a:p>
            <a:pPr algn="ctr">
              <a:buSzPts val="1800"/>
            </a:pPr>
            <a:r>
              <a:rPr lang="en-IN" sz="1800" b="1" dirty="0"/>
              <a:t>         (End-to-End Data Analytics Project)</a:t>
            </a:r>
          </a:p>
          <a:p>
            <a:pPr algn="ctr">
              <a:buSzPts val="1800"/>
            </a:pPr>
            <a:br>
              <a:rPr lang="en-IN" sz="2800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</a:br>
            <a:endParaRPr sz="2800" i="0" u="none" strike="noStrike" cap="none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A757060-4BD2-370C-6279-F41CABA1B06F}"/>
              </a:ext>
            </a:extLst>
          </p:cNvPr>
          <p:cNvSpPr txBox="1"/>
          <p:nvPr/>
        </p:nvSpPr>
        <p:spPr>
          <a:xfrm>
            <a:off x="8748074" y="5027226"/>
            <a:ext cx="2413262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Name</a:t>
            </a:r>
            <a:r>
              <a:rPr lang="en-US" dirty="0"/>
              <a:t> - </a:t>
            </a:r>
            <a:r>
              <a:rPr lang="en-US" sz="1600" dirty="0"/>
              <a:t>Aravind</a:t>
            </a:r>
            <a:r>
              <a:rPr lang="en-US" dirty="0"/>
              <a:t> Marikanti</a:t>
            </a:r>
          </a:p>
          <a:p>
            <a:endParaRPr lang="en-US" dirty="0"/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Batch.No </a:t>
            </a:r>
            <a:r>
              <a:rPr lang="en-US" dirty="0"/>
              <a:t>-  </a:t>
            </a:r>
            <a:r>
              <a:rPr lang="en-US" sz="1600" dirty="0"/>
              <a:t>539</a:t>
            </a:r>
            <a:endParaRPr lang="en-IN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273377" y="935425"/>
            <a:ext cx="10850251" cy="5632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1800" b="1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Background</a:t>
            </a:r>
            <a:r>
              <a:rPr lang="en-IN" sz="18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: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Bachelor of Technology (B.Tech) in Electronics  and Communication Engineering (ECE) . Graduated with a strong foundation in analytical thinking, problem-solving, and programming concepts. 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I Want to Learn Data Science: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Passionate about working with data to uncover meaningful insights and support data-driven decision-making. Looking to enhance my technical skills and build a successful career as a Data Scientist.</a:t>
            </a:r>
          </a:p>
          <a:p>
            <a:endParaRPr lang="en-IN" sz="1800" b="1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28575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18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</a:t>
            </a:r>
            <a:r>
              <a:rPr lang="en-IN" sz="1800" b="1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ork </a:t>
            </a:r>
            <a:r>
              <a:rPr lang="en-IN" sz="18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E</a:t>
            </a:r>
            <a:r>
              <a:rPr lang="en-IN" sz="1800" b="1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xperience:</a:t>
            </a:r>
          </a:p>
          <a:p>
            <a:pPr lvl="8">
              <a:buClr>
                <a:schemeClr val="dk1"/>
              </a:buClr>
              <a:buSzPts val="2400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Data Analyst at Survey Sampling International (SSI)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Cleaned, validated, and transformed data to tables to ensure accuracy and consistency for reporting.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323850">
              <a:buClr>
                <a:schemeClr val="dk1"/>
              </a:buClr>
              <a:buSzPts val="2400"/>
              <a:buFont typeface="Calibri"/>
              <a:buChar char="•"/>
            </a:pPr>
            <a:r>
              <a:rPr lang="en-US" sz="18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LinkedIn and  GitHub profile URLs</a:t>
            </a:r>
          </a:p>
          <a:p>
            <a:pPr marL="285750" lvl="0" indent="-323850">
              <a:buClr>
                <a:schemeClr val="dk1"/>
              </a:buClr>
              <a:buSzPts val="2400"/>
              <a:buFont typeface="Calibri"/>
              <a:buChar char="•"/>
            </a:pPr>
            <a:endParaRPr lang="en-US" sz="1800" b="1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>
              <a:buClr>
                <a:schemeClr val="dk1"/>
              </a:buClr>
              <a:buSzPts val="2400"/>
            </a:pPr>
            <a:r>
              <a:rPr lang="en-US" sz="18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    LinkedIn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/>
              </a:rPr>
              <a:t>https://www.linkedin.com/in/aravind155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Clr>
                <a:schemeClr val="dk1"/>
              </a:buClr>
              <a:buSzPts val="2400"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Clr>
                <a:schemeClr val="dk1"/>
              </a:buClr>
              <a:buSzPts val="2400"/>
            </a:pPr>
            <a:r>
              <a:rPr lang="en-US" sz="18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    GitHub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4"/>
              </a:rPr>
              <a:t>https://github.com/Aravind25Marikanti/Laptop-Market-Analysis-EDA_End-to-End-Data-Analytics-Project-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Clr>
                <a:schemeClr val="dk1"/>
              </a:buClr>
              <a:buSzPts val="2400"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endParaRPr sz="1800" b="1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389949" y="290304"/>
            <a:ext cx="6099600" cy="486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80000"/>
              </a:lnSpc>
              <a:buClr>
                <a:srgbClr val="FF0000"/>
              </a:buClr>
              <a:buSzPts val="3200"/>
            </a:pPr>
            <a:r>
              <a:rPr lang="en-IN" sz="3200" b="0" i="0" u="none" strike="noStrike" cap="none" dirty="0">
                <a:solidFill>
                  <a:srgbClr val="FF0000"/>
                </a:solidFill>
                <a:latin typeface="Arial Black" panose="020B0A04020102020204" pitchFamily="34" charset="0"/>
                <a:ea typeface="Lato Black"/>
                <a:cs typeface="Lato Black"/>
                <a:sym typeface="Lato Black"/>
              </a:rPr>
              <a:t>About me :</a:t>
            </a:r>
            <a:endParaRPr sz="3200" b="0" i="0" u="none" strike="noStrike" cap="none" dirty="0">
              <a:solidFill>
                <a:srgbClr val="FF0000"/>
              </a:solidFill>
              <a:latin typeface="Arial Black" panose="020B0A04020102020204" pitchFamily="34" charset="0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208472" y="18256"/>
            <a:ext cx="10515600" cy="886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sz="3200" b="1" dirty="0">
                <a:solidFill>
                  <a:srgbClr val="FF0000"/>
                </a:solidFill>
                <a:latin typeface="Arial Black" panose="020B0A04020102020204" pitchFamily="34" charset="0"/>
              </a:rPr>
              <a:t>Agenda :</a:t>
            </a:r>
            <a:endParaRPr sz="3200" b="1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>
            <a:off x="458636" y="725864"/>
            <a:ext cx="10515600" cy="6363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numCol="2" anchor="t" anchorCtr="0">
            <a:noAutofit/>
          </a:bodyPr>
          <a:lstStyle/>
          <a:p>
            <a:pPr marL="571500" indent="-457200">
              <a:spcAft>
                <a:spcPts val="1000"/>
              </a:spcAft>
              <a:buFont typeface="+mj-lt"/>
              <a:buAutoNum type="arabicPeriod"/>
              <a:defRPr sz="1600" b="0">
                <a:solidFill>
                  <a:srgbClr val="282828"/>
                </a:solidFill>
              </a:defRPr>
            </a:pPr>
            <a:r>
              <a:rPr lang="en-US" sz="2000" b="1" dirty="0"/>
              <a:t>Introduction</a:t>
            </a:r>
          </a:p>
          <a:p>
            <a:pPr marL="571500" indent="-457200">
              <a:spcAft>
                <a:spcPts val="1000"/>
              </a:spcAft>
              <a:buFont typeface="+mj-lt"/>
              <a:buAutoNum type="arabicPeriod"/>
              <a:defRPr sz="1600" b="0">
                <a:solidFill>
                  <a:srgbClr val="282828"/>
                </a:solidFill>
              </a:defRPr>
            </a:pPr>
            <a:r>
              <a:rPr lang="en-US" sz="2000" b="1" dirty="0"/>
              <a:t>Business Problem Statement</a:t>
            </a:r>
          </a:p>
          <a:p>
            <a:pPr marL="571500" indent="-457200">
              <a:spcAft>
                <a:spcPts val="1000"/>
              </a:spcAft>
              <a:buFont typeface="+mj-lt"/>
              <a:buAutoNum type="arabicPeriod"/>
              <a:defRPr sz="1600" b="0">
                <a:solidFill>
                  <a:srgbClr val="282828"/>
                </a:solidFill>
              </a:defRPr>
            </a:pPr>
            <a:r>
              <a:rPr lang="en-US" sz="2000" b="1" dirty="0"/>
              <a:t>Project Objective</a:t>
            </a:r>
          </a:p>
          <a:p>
            <a:pPr marL="571500" indent="-457200">
              <a:spcAft>
                <a:spcPts val="1000"/>
              </a:spcAft>
              <a:buFont typeface="+mj-lt"/>
              <a:buAutoNum type="arabicPeriod"/>
              <a:defRPr sz="1600" b="0">
                <a:solidFill>
                  <a:srgbClr val="282828"/>
                </a:solidFill>
              </a:defRPr>
            </a:pPr>
            <a:r>
              <a:rPr lang="en-US" sz="2000" b="1" dirty="0"/>
              <a:t>Website Selection &amp; Data Source</a:t>
            </a:r>
          </a:p>
          <a:p>
            <a:pPr marL="571500" indent="-457200">
              <a:spcAft>
                <a:spcPts val="1000"/>
              </a:spcAft>
              <a:buFont typeface="+mj-lt"/>
              <a:buAutoNum type="arabicPeriod"/>
              <a:defRPr sz="1600" b="0">
                <a:solidFill>
                  <a:srgbClr val="282828"/>
                </a:solidFill>
              </a:defRPr>
            </a:pPr>
            <a:r>
              <a:rPr lang="en-US" sz="2000" b="1" dirty="0"/>
              <a:t>Web Scraping Methodology</a:t>
            </a:r>
          </a:p>
          <a:p>
            <a:pPr marL="571500" indent="-457200">
              <a:spcAft>
                <a:spcPts val="1000"/>
              </a:spcAft>
              <a:buFont typeface="+mj-lt"/>
              <a:buAutoNum type="arabicPeriod"/>
              <a:defRPr sz="1600" b="0">
                <a:solidFill>
                  <a:srgbClr val="282828"/>
                </a:solidFill>
              </a:defRPr>
            </a:pPr>
            <a:r>
              <a:rPr lang="en-US" sz="2000" b="1" dirty="0"/>
              <a:t>Technologies &amp; Libraries Used</a:t>
            </a:r>
          </a:p>
          <a:p>
            <a:pPr marL="571500" indent="-457200">
              <a:spcAft>
                <a:spcPts val="1000"/>
              </a:spcAft>
              <a:buFont typeface="+mj-lt"/>
              <a:buAutoNum type="arabicPeriod"/>
              <a:defRPr sz="1600" b="0">
                <a:solidFill>
                  <a:srgbClr val="282828"/>
                </a:solidFill>
              </a:defRPr>
            </a:pPr>
            <a:r>
              <a:rPr lang="en-US" sz="2000" b="1" dirty="0"/>
              <a:t>Data Collection Process</a:t>
            </a:r>
          </a:p>
          <a:p>
            <a:pPr marL="571500" indent="-457200">
              <a:spcAft>
                <a:spcPts val="1000"/>
              </a:spcAft>
              <a:buFont typeface="+mj-lt"/>
              <a:buAutoNum type="arabicPeriod"/>
              <a:defRPr sz="1600" b="0">
                <a:solidFill>
                  <a:srgbClr val="282828"/>
                </a:solidFill>
              </a:defRPr>
            </a:pPr>
            <a:r>
              <a:rPr lang="en-US" sz="2000" b="1" dirty="0"/>
              <a:t>Raw Dataset Overview</a:t>
            </a:r>
          </a:p>
          <a:p>
            <a:pPr marL="571500" indent="-457200">
              <a:spcAft>
                <a:spcPts val="1000"/>
              </a:spcAft>
              <a:buFont typeface="+mj-lt"/>
              <a:buAutoNum type="arabicPeriod"/>
              <a:defRPr sz="1600" b="0">
                <a:solidFill>
                  <a:srgbClr val="282828"/>
                </a:solidFill>
              </a:defRPr>
            </a:pPr>
            <a:r>
              <a:rPr lang="en-US" sz="2000" b="1" dirty="0"/>
              <a:t>Data Cleaning &amp; Preprocessing</a:t>
            </a:r>
          </a:p>
          <a:p>
            <a:pPr marL="571500" indent="-457200">
              <a:spcAft>
                <a:spcPts val="1000"/>
              </a:spcAft>
              <a:buFont typeface="+mj-lt"/>
              <a:buAutoNum type="arabicPeriod"/>
              <a:defRPr sz="1600" b="0">
                <a:solidFill>
                  <a:srgbClr val="282828"/>
                </a:solidFill>
              </a:defRPr>
            </a:pPr>
            <a:r>
              <a:rPr lang="en-US" sz="2000" b="1" dirty="0">
                <a:solidFill>
                  <a:srgbClr val="282828"/>
                </a:solidFill>
              </a:rPr>
              <a:t>Final Dataset Overview</a:t>
            </a:r>
          </a:p>
          <a:p>
            <a:pPr marL="571500" indent="-457200">
              <a:spcAft>
                <a:spcPts val="1000"/>
              </a:spcAft>
              <a:buFont typeface="+mj-lt"/>
              <a:buAutoNum type="arabicPeriod"/>
              <a:defRPr sz="1600" b="0">
                <a:solidFill>
                  <a:srgbClr val="282828"/>
                </a:solidFill>
              </a:defRPr>
            </a:pPr>
            <a:endParaRPr lang="en-US" sz="2000" b="1" dirty="0"/>
          </a:p>
          <a:p>
            <a:pPr marL="571500" indent="-457200">
              <a:spcAft>
                <a:spcPts val="1000"/>
              </a:spcAft>
              <a:buFont typeface="+mj-lt"/>
              <a:buAutoNum type="arabicPeriod"/>
              <a:defRPr sz="1600" b="0">
                <a:solidFill>
                  <a:srgbClr val="282828"/>
                </a:solidFill>
              </a:defRPr>
            </a:pPr>
            <a:r>
              <a:rPr lang="en-US" sz="2000" b="1" dirty="0"/>
              <a:t>Exploratory Data Analysis (EDA)</a:t>
            </a:r>
          </a:p>
          <a:p>
            <a:pPr marL="571500" indent="-457200">
              <a:spcAft>
                <a:spcPts val="1000"/>
              </a:spcAft>
              <a:buFont typeface="+mj-lt"/>
              <a:buAutoNum type="arabicPeriod"/>
              <a:defRPr sz="1600" b="0">
                <a:solidFill>
                  <a:srgbClr val="282828"/>
                </a:solidFill>
              </a:defRPr>
            </a:pPr>
            <a:r>
              <a:rPr lang="en-US" sz="2000" b="1" dirty="0"/>
              <a:t>Key Analysis Questions (Use Cases)</a:t>
            </a:r>
          </a:p>
          <a:p>
            <a:pPr marL="571500" indent="-457200">
              <a:spcAft>
                <a:spcPts val="1000"/>
              </a:spcAft>
              <a:buFont typeface="+mj-lt"/>
              <a:buAutoNum type="arabicPeriod"/>
              <a:defRPr sz="1600" b="0">
                <a:solidFill>
                  <a:srgbClr val="282828"/>
                </a:solidFill>
              </a:defRPr>
            </a:pPr>
            <a:r>
              <a:rPr lang="en-US" sz="2000" b="1" dirty="0"/>
              <a:t>Visualization Analysis</a:t>
            </a:r>
          </a:p>
          <a:p>
            <a:pPr marL="571500" indent="-457200">
              <a:spcAft>
                <a:spcPts val="1000"/>
              </a:spcAft>
              <a:buFont typeface="+mj-lt"/>
              <a:buAutoNum type="arabicPeriod"/>
              <a:defRPr sz="1600" b="0">
                <a:solidFill>
                  <a:srgbClr val="282828"/>
                </a:solidFill>
              </a:defRPr>
            </a:pPr>
            <a:r>
              <a:rPr lang="en-US" sz="2000" b="1" dirty="0"/>
              <a:t>Business Insights &amp; </a:t>
            </a:r>
            <a:r>
              <a:rPr lang="en-IN" sz="2000" b="1" dirty="0">
                <a:solidFill>
                  <a:srgbClr val="282828"/>
                </a:solidFill>
              </a:rPr>
              <a:t>Recommendations</a:t>
            </a:r>
            <a:endParaRPr lang="en-US" sz="2000" b="1" dirty="0"/>
          </a:p>
          <a:p>
            <a:pPr marL="571500" indent="-457200">
              <a:spcAft>
                <a:spcPts val="1000"/>
              </a:spcAft>
              <a:buFont typeface="+mj-lt"/>
              <a:buAutoNum type="arabicPeriod"/>
              <a:defRPr sz="1600" b="0">
                <a:solidFill>
                  <a:srgbClr val="282828"/>
                </a:solidFill>
              </a:defRPr>
            </a:pPr>
            <a:r>
              <a:rPr lang="en-US" sz="2000" b="1" dirty="0"/>
              <a:t>Conclusion</a:t>
            </a:r>
          </a:p>
          <a:p>
            <a:pPr marL="571500" indent="-457200">
              <a:spcAft>
                <a:spcPts val="1000"/>
              </a:spcAft>
              <a:buFont typeface="+mj-lt"/>
              <a:buAutoNum type="arabicPeriod"/>
              <a:defRPr sz="1600" b="0">
                <a:solidFill>
                  <a:srgbClr val="282828"/>
                </a:solidFill>
              </a:defRPr>
            </a:pPr>
            <a:r>
              <a:rPr lang="en-US" sz="2000" b="1" dirty="0"/>
              <a:t>Challenges</a:t>
            </a:r>
          </a:p>
          <a:p>
            <a:pPr marL="571500" indent="-457200">
              <a:spcAft>
                <a:spcPts val="1000"/>
              </a:spcAft>
              <a:buFont typeface="+mj-lt"/>
              <a:buAutoNum type="arabicPeriod"/>
              <a:defRPr sz="1600" b="0">
                <a:solidFill>
                  <a:srgbClr val="282828"/>
                </a:solidFill>
              </a:defRPr>
            </a:pPr>
            <a:r>
              <a:rPr lang="en-US" sz="2000" b="1" dirty="0"/>
              <a:t>Future Improvements</a:t>
            </a:r>
          </a:p>
          <a:p>
            <a:pPr marL="571500" indent="-457200">
              <a:spcAft>
                <a:spcPts val="1000"/>
              </a:spcAft>
              <a:buFont typeface="+mj-lt"/>
              <a:buAutoNum type="arabicPeriod"/>
              <a:defRPr sz="1600" b="0">
                <a:solidFill>
                  <a:srgbClr val="282828"/>
                </a:solidFill>
              </a:defRPr>
            </a:pPr>
            <a:r>
              <a:rPr lang="en-US" sz="2000" b="1" dirty="0"/>
              <a:t>Thank You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4A4D5039-76A0-04F1-BA33-1898511DD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26D8233-B946-14A8-4453-B04B22E32DA4}"/>
              </a:ext>
            </a:extLst>
          </p:cNvPr>
          <p:cNvSpPr txBox="1"/>
          <p:nvPr/>
        </p:nvSpPr>
        <p:spPr>
          <a:xfrm>
            <a:off x="502920" y="228600"/>
            <a:ext cx="294824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dirty="0">
                <a:solidFill>
                  <a:srgbClr val="FF0000"/>
                </a:solidFill>
                <a:latin typeface="Arial Black" panose="020B0A04020102020204" pitchFamily="34" charset="0"/>
                <a:ea typeface="Gadugi" panose="020B0502040204020203" pitchFamily="34" charset="0"/>
              </a:rPr>
              <a:t>Introductio</a:t>
            </a:r>
            <a:r>
              <a:rPr lang="en-US" sz="3200" b="1" dirty="0">
                <a:solidFill>
                  <a:srgbClr val="FF0000"/>
                </a:solidFill>
                <a:latin typeface="Arial Black" panose="020B0A04020102020204" pitchFamily="34" charset="0"/>
                <a:ea typeface="Gadugi" panose="020B0502040204020203" pitchFamily="34" charset="0"/>
              </a:rPr>
              <a:t>n</a:t>
            </a:r>
            <a:endParaRPr sz="3200" b="1" dirty="0">
              <a:solidFill>
                <a:srgbClr val="FF0000"/>
              </a:solidFill>
              <a:latin typeface="Arial Black" panose="020B0A04020102020204" pitchFamily="34" charset="0"/>
              <a:ea typeface="Gadug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A83240-9E7B-A78C-98A8-45D7EC4F7426}"/>
              </a:ext>
            </a:extLst>
          </p:cNvPr>
          <p:cNvSpPr txBox="1"/>
          <p:nvPr/>
        </p:nvSpPr>
        <p:spPr>
          <a:xfrm>
            <a:off x="594360" y="1051560"/>
            <a:ext cx="10058400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919"/>
                </a:solidFill>
                <a:latin typeface="Calibri"/>
              </a:defRPr>
            </a:pPr>
            <a:r>
              <a:rPr lang="en-US" sz="2400" dirty="0"/>
              <a:t>This project focuses on analyzing laptop data collected through web scraping.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919"/>
                </a:solidFill>
                <a:latin typeface="Calibri"/>
              </a:defRPr>
            </a:pPr>
            <a:r>
              <a:rPr lang="en-US" sz="2400" dirty="0"/>
              <a:t>The dataset contains information such as brand, processor, RAM, storage, display, and price.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919"/>
                </a:solidFill>
                <a:latin typeface="Calibri"/>
              </a:defRPr>
            </a:pPr>
            <a:r>
              <a:rPr lang="en-US" sz="2400" dirty="0"/>
              <a:t>Python is used for data extraction, cleaning, and feature extraction.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919"/>
                </a:solidFill>
                <a:latin typeface="Calibri"/>
              </a:defRPr>
            </a:pPr>
            <a:r>
              <a:rPr lang="en-US" sz="2400" dirty="0"/>
              <a:t>The analysis helps identify laptop specifications, pricing patterns, and market trends.</a:t>
            </a:r>
          </a:p>
        </p:txBody>
      </p:sp>
      <p:sp>
        <p:nvSpPr>
          <p:cNvPr id="8" name="Rounded Rectangle 3">
            <a:extLst>
              <a:ext uri="{FF2B5EF4-FFF2-40B4-BE49-F238E27FC236}">
                <a16:creationId xmlns:a16="http://schemas.microsoft.com/office/drawing/2014/main" id="{A98B9C4F-1679-2D05-C510-FE690742176F}"/>
              </a:ext>
            </a:extLst>
          </p:cNvPr>
          <p:cNvSpPr/>
          <p:nvPr/>
        </p:nvSpPr>
        <p:spPr>
          <a:xfrm>
            <a:off x="1442301" y="3837889"/>
            <a:ext cx="8783896" cy="1143000"/>
          </a:xfrm>
          <a:prstGeom prst="roundRect">
            <a:avLst/>
          </a:prstGeom>
          <a:solidFill>
            <a:srgbClr val="F5F5F5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09728" rtlCol="0" anchor="ctr"/>
          <a:lstStyle/>
          <a:p>
            <a:pPr algn="ctr">
              <a:defRPr sz="1700" b="1">
                <a:solidFill>
                  <a:srgbClr val="ED1C24"/>
                </a:solidFill>
                <a:latin typeface="Calibri"/>
              </a:defRPr>
            </a:pPr>
            <a:r>
              <a:rPr dirty="0"/>
              <a:t>Core Focus</a:t>
            </a:r>
            <a:endParaRPr lang="en-US" dirty="0"/>
          </a:p>
          <a:p>
            <a:pPr algn="ctr">
              <a:defRPr sz="1700" b="1">
                <a:solidFill>
                  <a:srgbClr val="ED1C24"/>
                </a:solidFill>
                <a:latin typeface="Calibri"/>
              </a:defRPr>
            </a:pPr>
            <a:endParaRPr lang="en-US" dirty="0"/>
          </a:p>
          <a:p>
            <a:pPr algn="ctr">
              <a:defRPr sz="1700" b="1">
                <a:solidFill>
                  <a:srgbClr val="ED1C24"/>
                </a:solidFill>
                <a:latin typeface="Calibri"/>
              </a:defRPr>
            </a:pPr>
            <a:r>
              <a:rPr lang="en-US" dirty="0">
                <a:solidFill>
                  <a:schemeClr val="tx1"/>
                </a:solidFill>
              </a:rPr>
              <a:t>Approach: scrape → clean → analyze → visualize → derive busines insights</a:t>
            </a:r>
          </a:p>
          <a:p>
            <a:pPr algn="ctr">
              <a:defRPr sz="1700" b="1">
                <a:solidFill>
                  <a:srgbClr val="ED1C24"/>
                </a:solidFill>
                <a:latin typeface="Calibri"/>
              </a:defRPr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48144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89F9A1ED-9ECD-87F4-F68D-D249EB5EE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4AD82F3-51FA-90F0-1F36-CA237E204147}"/>
              </a:ext>
            </a:extLst>
          </p:cNvPr>
          <p:cNvSpPr txBox="1"/>
          <p:nvPr/>
        </p:nvSpPr>
        <p:spPr>
          <a:xfrm>
            <a:off x="502920" y="228600"/>
            <a:ext cx="6684843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Arial Black" panose="020B0A04020102020204" pitchFamily="34" charset="0"/>
              </a:rPr>
              <a:t>Business Problem Statement</a:t>
            </a:r>
          </a:p>
          <a:p>
            <a:endParaRPr lang="en-IN" sz="3200" dirty="0">
              <a:solidFill>
                <a:srgbClr val="FF0000"/>
              </a:solidFill>
              <a:latin typeface="Arial Black" panose="020B0A04020102020204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05196DE-58FE-DA60-48C4-6A2002C066D0}"/>
              </a:ext>
            </a:extLst>
          </p:cNvPr>
          <p:cNvSpPr txBox="1"/>
          <p:nvPr/>
        </p:nvSpPr>
        <p:spPr>
          <a:xfrm>
            <a:off x="1772239" y="6457361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5EA11D4-1AF3-DFF8-0CDC-5F34356E9686}"/>
              </a:ext>
            </a:extLst>
          </p:cNvPr>
          <p:cNvSpPr txBox="1"/>
          <p:nvPr/>
        </p:nvSpPr>
        <p:spPr>
          <a:xfrm>
            <a:off x="831917" y="1305818"/>
            <a:ext cx="10244578" cy="3062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800" b="0">
                <a:solidFill>
                  <a:srgbClr val="282828"/>
                </a:solidFill>
              </a:defRPr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laptop market offers a wide range of products with different specifications and prices.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800" b="0">
                <a:solidFill>
                  <a:srgbClr val="282828"/>
                </a:solidFill>
              </a:defRPr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Comparing these products manually can be time-consuming and difficult.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800" b="0">
                <a:solidFill>
                  <a:srgbClr val="282828"/>
                </a:solidFill>
              </a:defRPr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Customers and retailers need meaningful insights to understand which specifications offer better value.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800" b="0">
                <a:solidFill>
                  <a:srgbClr val="282828"/>
                </a:solidFill>
              </a:defRPr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Therefore, there is a need to analyze laptop data and identify relationships between specifications and pricing.</a:t>
            </a:r>
            <a:endParaRPr lang="en-US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94166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FE455405-9E62-4695-3F9A-388B2531A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A244D4A-337C-9E2B-175E-F1DB6BF6FA8A}"/>
              </a:ext>
            </a:extLst>
          </p:cNvPr>
          <p:cNvSpPr txBox="1"/>
          <p:nvPr/>
        </p:nvSpPr>
        <p:spPr>
          <a:xfrm>
            <a:off x="502920" y="228600"/>
            <a:ext cx="4200189" cy="120545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114300">
              <a:spcAft>
                <a:spcPts val="1000"/>
              </a:spcAft>
              <a:defRPr sz="1600" b="0">
                <a:solidFill>
                  <a:srgbClr val="282828"/>
                </a:solidFill>
              </a:defRPr>
            </a:pPr>
            <a:r>
              <a:rPr lang="en-US" sz="3200" b="1" dirty="0">
                <a:solidFill>
                  <a:srgbClr val="FF0000"/>
                </a:solidFill>
                <a:latin typeface="Arial Black" panose="020B0A04020102020204" pitchFamily="34" charset="0"/>
              </a:rPr>
              <a:t>Project Objective</a:t>
            </a:r>
          </a:p>
          <a:p>
            <a:endParaRPr lang="en-IN" sz="3200" dirty="0">
              <a:solidFill>
                <a:srgbClr val="FF0000"/>
              </a:solidFill>
              <a:latin typeface="Arial Black" panose="020B0A04020102020204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B8EDB8E-C35A-F7F4-763D-8A6CA8405183}"/>
              </a:ext>
            </a:extLst>
          </p:cNvPr>
          <p:cNvSpPr txBox="1"/>
          <p:nvPr/>
        </p:nvSpPr>
        <p:spPr>
          <a:xfrm>
            <a:off x="1772239" y="6457361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D582C14-A166-26A5-9B5C-AA58466B2622}"/>
              </a:ext>
            </a:extLst>
          </p:cNvPr>
          <p:cNvSpPr txBox="1"/>
          <p:nvPr/>
        </p:nvSpPr>
        <p:spPr>
          <a:xfrm>
            <a:off x="831917" y="1305818"/>
            <a:ext cx="10244578" cy="3190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800" b="0">
                <a:solidFill>
                  <a:srgbClr val="282828"/>
                </a:solidFill>
              </a:defRPr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collect laptop data through web scraping.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800" b="0">
                <a:solidFill>
                  <a:srgbClr val="282828"/>
                </a:solidFill>
              </a:defRPr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clean and transform the scraped data for analysis.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800" b="0">
                <a:solidFill>
                  <a:srgbClr val="282828"/>
                </a:solidFill>
              </a:defRPr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extract important features such as processor, RAM, storage, display, and price.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800" b="0">
                <a:solidFill>
                  <a:srgbClr val="282828"/>
                </a:solidFill>
              </a:defRPr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analyze pricing patterns and specification trends.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800" b="0">
                <a:solidFill>
                  <a:srgbClr val="282828"/>
                </a:solidFill>
              </a:defRPr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generate insights that support better laptop comparison and purchasing decisions.</a:t>
            </a:r>
            <a:endParaRPr lang="en-US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37875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3D31B3E7-7F91-5784-57FF-839CFB2E4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62B6F76-36C5-0081-4AF6-4AA4FF11FC20}"/>
              </a:ext>
            </a:extLst>
          </p:cNvPr>
          <p:cNvSpPr txBox="1"/>
          <p:nvPr/>
        </p:nvSpPr>
        <p:spPr>
          <a:xfrm>
            <a:off x="512347" y="530258"/>
            <a:ext cx="776045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114300">
              <a:spcAft>
                <a:spcPts val="1000"/>
              </a:spcAft>
              <a:defRPr sz="1600" b="0">
                <a:solidFill>
                  <a:srgbClr val="282828"/>
                </a:solidFill>
              </a:defRPr>
            </a:pPr>
            <a:r>
              <a:rPr lang="en-US" sz="3200" b="1" dirty="0">
                <a:solidFill>
                  <a:srgbClr val="FF0000"/>
                </a:solidFill>
                <a:latin typeface="Arial Black" panose="020B0A04020102020204" pitchFamily="34" charset="0"/>
              </a:rPr>
              <a:t>Website Selection &amp; Data Source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AF7C514-128E-1994-F3EC-669C71BCFC37}"/>
              </a:ext>
            </a:extLst>
          </p:cNvPr>
          <p:cNvSpPr txBox="1"/>
          <p:nvPr/>
        </p:nvSpPr>
        <p:spPr>
          <a:xfrm>
            <a:off x="1772239" y="6457361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55051C2-FFBC-D13E-FF69-261CB1E599DB}"/>
              </a:ext>
            </a:extLst>
          </p:cNvPr>
          <p:cNvSpPr txBox="1"/>
          <p:nvPr/>
        </p:nvSpPr>
        <p:spPr>
          <a:xfrm>
            <a:off x="860198" y="1541488"/>
            <a:ext cx="10244578" cy="24519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800" b="0">
                <a:solidFill>
                  <a:srgbClr val="282828"/>
                </a:solidFill>
              </a:defRPr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Source: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/>
              </a:rPr>
              <a:t>Flipkart – Laptop Category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800" b="0">
                <a:solidFill>
                  <a:srgbClr val="282828"/>
                </a:solidFill>
              </a:defRPr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Reason for Selection: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Wide range of laptops with detailed specifications and prices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800" b="0">
                <a:solidFill>
                  <a:srgbClr val="282828"/>
                </a:solidFill>
              </a:defRPr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Collection Method: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Web Scraping using Python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800" b="0">
                <a:solidFill>
                  <a:srgbClr val="282828"/>
                </a:solidFill>
              </a:defRPr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Collected: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Brand, Model, Processor, RAM, Storage, Display, Price &amp; Features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800" b="0">
                <a:solidFill>
                  <a:srgbClr val="282828"/>
                </a:solidFill>
              </a:defRPr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Output: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Scraped data stored in a CSV file for analysis</a:t>
            </a:r>
          </a:p>
        </p:txBody>
      </p:sp>
    </p:spTree>
    <p:extLst>
      <p:ext uri="{BB962C8B-B14F-4D97-AF65-F5344CB8AC3E}">
        <p14:creationId xmlns:p14="http://schemas.microsoft.com/office/powerpoint/2010/main" val="23090362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C4F4123A-01C7-A7A9-FBC8-D68D509AA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F002ECF-AF3C-5C5F-F415-B888092675CB}"/>
              </a:ext>
            </a:extLst>
          </p:cNvPr>
          <p:cNvSpPr txBox="1"/>
          <p:nvPr/>
        </p:nvSpPr>
        <p:spPr>
          <a:xfrm>
            <a:off x="512347" y="530258"/>
            <a:ext cx="6393097" cy="4589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114300" lvl="0">
              <a:lnSpc>
                <a:spcPct val="70000"/>
              </a:lnSpc>
              <a:spcBef>
                <a:spcPts val="1000"/>
              </a:spcBef>
              <a:buSzPts val="1800"/>
            </a:pPr>
            <a:r>
              <a:rPr lang="en-IN" sz="3200" b="1" dirty="0">
                <a:solidFill>
                  <a:srgbClr val="FF0000"/>
                </a:solidFill>
                <a:latin typeface="Arial Black" panose="020B0A04020102020204" pitchFamily="34" charset="0"/>
              </a:rPr>
              <a:t>Web Scraping Methodology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5309CFB-ABCE-5950-4A8F-26D023AA5D20}"/>
              </a:ext>
            </a:extLst>
          </p:cNvPr>
          <p:cNvSpPr txBox="1"/>
          <p:nvPr/>
        </p:nvSpPr>
        <p:spPr>
          <a:xfrm>
            <a:off x="1772239" y="6457361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7BCD85D-52CF-F982-5F9E-4141D4F38155}"/>
              </a:ext>
            </a:extLst>
          </p:cNvPr>
          <p:cNvSpPr txBox="1"/>
          <p:nvPr/>
        </p:nvSpPr>
        <p:spPr>
          <a:xfrm>
            <a:off x="860197" y="1325203"/>
            <a:ext cx="11111843" cy="2949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800" b="0">
                <a:solidFill>
                  <a:srgbClr val="282828"/>
                </a:solidFill>
              </a:defRPr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Used Requests to send HTTP requests to Flipkart listing pages.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800" b="0">
                <a:solidFill>
                  <a:srgbClr val="282828"/>
                </a:solidFill>
              </a:defRPr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Used BeautifulSoup to parse and extract data from HTML content.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800" b="0">
                <a:solidFill>
                  <a:srgbClr val="282828"/>
                </a:solidFill>
              </a:defRPr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Used headers where required to simulate browser-like requests.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800" b="0">
                <a:solidFill>
                  <a:srgbClr val="282828"/>
                </a:solidFill>
              </a:defRPr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Dynamically changed page URLs to collect data from multiple pages.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800" b="0">
                <a:solidFill>
                  <a:srgbClr val="282828"/>
                </a:solidFill>
              </a:defRPr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Collected product-level details into Python lists.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800" b="0">
                <a:solidFill>
                  <a:srgbClr val="282828"/>
                </a:solidFill>
              </a:defRPr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Converted the collected data into a Pandas DataFrame for further processing.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Rounded Rectangle 3">
            <a:extLst>
              <a:ext uri="{FF2B5EF4-FFF2-40B4-BE49-F238E27FC236}">
                <a16:creationId xmlns:a16="http://schemas.microsoft.com/office/drawing/2014/main" id="{C87C1AB6-C731-D474-461B-671E91CA642D}"/>
              </a:ext>
            </a:extLst>
          </p:cNvPr>
          <p:cNvSpPr/>
          <p:nvPr/>
        </p:nvSpPr>
        <p:spPr>
          <a:xfrm>
            <a:off x="1864604" y="4524867"/>
            <a:ext cx="8683989" cy="1150070"/>
          </a:xfrm>
          <a:prstGeom prst="roundRect">
            <a:avLst/>
          </a:prstGeom>
          <a:solidFill>
            <a:srgbClr val="F5F5F5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09728" rtlCol="0" anchor="ctr"/>
          <a:lstStyle/>
          <a:p>
            <a:pPr algn="ctr"/>
            <a:r>
              <a:rPr lang="en-IN" b="1" dirty="0">
                <a:solidFill>
                  <a:srgbClr val="FF0000"/>
                </a:solidFill>
                <a:latin typeface="Arial Black" panose="020B0A04020102020204" pitchFamily="34" charset="0"/>
              </a:rPr>
              <a:t>Methodology Flow</a:t>
            </a:r>
          </a:p>
          <a:p>
            <a:endParaRPr lang="en-IN" b="1" dirty="0">
              <a:solidFill>
                <a:schemeClr val="tx1"/>
              </a:solidFill>
            </a:endParaRPr>
          </a:p>
          <a:p>
            <a:r>
              <a:rPr lang="en-IN" b="1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Flipkart → Requests → BeautifulSoup → Extract Data → Multiple Pages → Pandas DataFrame</a:t>
            </a:r>
            <a:endParaRPr lang="en-IN" dirty="0">
              <a:solidFill>
                <a:schemeClr val="tx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80748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99521BD5-EA58-01A5-6CAA-20108E8FF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BFDB9BD-1623-27EF-2DD8-7C0FDDD68F52}"/>
              </a:ext>
            </a:extLst>
          </p:cNvPr>
          <p:cNvSpPr txBox="1"/>
          <p:nvPr/>
        </p:nvSpPr>
        <p:spPr>
          <a:xfrm>
            <a:off x="502920" y="228600"/>
            <a:ext cx="721062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114300">
              <a:spcAft>
                <a:spcPts val="1000"/>
              </a:spcAft>
              <a:defRPr sz="1600" b="0">
                <a:solidFill>
                  <a:srgbClr val="282828"/>
                </a:solidFill>
              </a:defRPr>
            </a:pPr>
            <a:r>
              <a:rPr lang="en-US" sz="3200" b="1" dirty="0">
                <a:solidFill>
                  <a:srgbClr val="FF0000"/>
                </a:solidFill>
                <a:latin typeface="Arial Black" panose="020B0A04020102020204" pitchFamily="34" charset="0"/>
              </a:rPr>
              <a:t>Technologies &amp; Libraries Used</a:t>
            </a:r>
          </a:p>
        </p:txBody>
      </p:sp>
      <p:sp>
        <p:nvSpPr>
          <p:cNvPr id="7" name="Rounded Rectangle 2">
            <a:extLst>
              <a:ext uri="{FF2B5EF4-FFF2-40B4-BE49-F238E27FC236}">
                <a16:creationId xmlns:a16="http://schemas.microsoft.com/office/drawing/2014/main" id="{56458B7C-D7C3-DC00-2209-298386806A4A}"/>
              </a:ext>
            </a:extLst>
          </p:cNvPr>
          <p:cNvSpPr/>
          <p:nvPr/>
        </p:nvSpPr>
        <p:spPr>
          <a:xfrm>
            <a:off x="502920" y="1081689"/>
            <a:ext cx="6159475" cy="836545"/>
          </a:xfrm>
          <a:prstGeom prst="roundRect">
            <a:avLst/>
          </a:prstGeom>
          <a:solidFill>
            <a:srgbClr val="F5F5F5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09728" rtlCol="0" anchor="ctr"/>
          <a:lstStyle/>
          <a:p>
            <a:pPr algn="ctr">
              <a:defRPr sz="1700" b="1">
                <a:solidFill>
                  <a:srgbClr val="ED1C24"/>
                </a:solidFill>
                <a:latin typeface="Calibri"/>
              </a:defRPr>
            </a:pPr>
            <a:r>
              <a:rPr lang="en-IN" sz="2000" dirty="0"/>
              <a:t>Programming Language</a:t>
            </a:r>
            <a:endParaRPr lang="en-IN" sz="1800" dirty="0"/>
          </a:p>
          <a:p>
            <a:pPr algn="ctr">
              <a:defRPr sz="1700" b="1">
                <a:solidFill>
                  <a:srgbClr val="ED1C24"/>
                </a:solidFill>
                <a:latin typeface="Calibri"/>
              </a:defRPr>
            </a:pPr>
            <a:r>
              <a:rPr lang="en-IN" sz="1800" dirty="0"/>
              <a:t> </a:t>
            </a:r>
            <a:r>
              <a:rPr lang="en-US" sz="1800" dirty="0">
                <a:solidFill>
                  <a:schemeClr val="tx1"/>
                </a:solidFill>
              </a:rPr>
              <a:t>Python - </a:t>
            </a:r>
            <a:r>
              <a:rPr lang="en-US" sz="1800" dirty="0">
                <a:solidFill>
                  <a:srgbClr val="7030A0"/>
                </a:solidFill>
              </a:rPr>
              <a:t>Data collection, cleaning and processing</a:t>
            </a:r>
            <a:endParaRPr sz="1800" dirty="0">
              <a:solidFill>
                <a:srgbClr val="7030A0"/>
              </a:solidFill>
            </a:endParaRPr>
          </a:p>
        </p:txBody>
      </p:sp>
      <p:sp>
        <p:nvSpPr>
          <p:cNvPr id="8" name="Rounded Rectangle 3">
            <a:extLst>
              <a:ext uri="{FF2B5EF4-FFF2-40B4-BE49-F238E27FC236}">
                <a16:creationId xmlns:a16="http://schemas.microsoft.com/office/drawing/2014/main" id="{3D40A567-4B3D-808E-722B-A7A42E5075A6}"/>
              </a:ext>
            </a:extLst>
          </p:cNvPr>
          <p:cNvSpPr/>
          <p:nvPr/>
        </p:nvSpPr>
        <p:spPr>
          <a:xfrm>
            <a:off x="502920" y="2394408"/>
            <a:ext cx="6159475" cy="1118971"/>
          </a:xfrm>
          <a:prstGeom prst="roundRect">
            <a:avLst/>
          </a:prstGeom>
          <a:solidFill>
            <a:srgbClr val="F5F5F5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09728" rtlCol="0" anchor="ctr"/>
          <a:lstStyle/>
          <a:p>
            <a:pPr algn="ctr">
              <a:defRPr sz="1700" b="1">
                <a:solidFill>
                  <a:srgbClr val="ED1C24"/>
                </a:solidFill>
                <a:latin typeface="Calibri"/>
              </a:defRPr>
            </a:pPr>
            <a:r>
              <a:rPr lang="en-IN" sz="2000" dirty="0"/>
              <a:t>Web Scraping Libraries</a:t>
            </a:r>
            <a:endParaRPr lang="en-IN" sz="1800" dirty="0"/>
          </a:p>
          <a:p>
            <a:pPr algn="ctr">
              <a:defRPr sz="1700" b="1">
                <a:solidFill>
                  <a:srgbClr val="ED1C24"/>
                </a:solidFill>
                <a:latin typeface="Calibri"/>
              </a:defRPr>
            </a:pPr>
            <a:r>
              <a:rPr lang="en-IN" sz="1800" dirty="0"/>
              <a:t> </a:t>
            </a:r>
            <a:r>
              <a:rPr lang="en-US" sz="1800" dirty="0">
                <a:solidFill>
                  <a:schemeClr val="tx1"/>
                </a:solidFill>
              </a:rPr>
              <a:t>Requests - </a:t>
            </a:r>
            <a:r>
              <a:rPr lang="en-US" sz="1800" dirty="0">
                <a:solidFill>
                  <a:srgbClr val="7030A0"/>
                </a:solidFill>
              </a:rPr>
              <a:t>Sending HTTP requests</a:t>
            </a:r>
          </a:p>
          <a:p>
            <a:pPr algn="ctr">
              <a:defRPr sz="1700" b="1">
                <a:solidFill>
                  <a:srgbClr val="ED1C24"/>
                </a:solidFill>
                <a:latin typeface="Calibri"/>
              </a:defRPr>
            </a:pPr>
            <a:r>
              <a:rPr lang="en-US" sz="1800" dirty="0">
                <a:solidFill>
                  <a:schemeClr val="tx1"/>
                </a:solidFill>
              </a:rPr>
              <a:t>BeautifulSoup (bs4) - </a:t>
            </a:r>
            <a:r>
              <a:rPr lang="en-US" sz="1800" dirty="0">
                <a:solidFill>
                  <a:srgbClr val="7030A0"/>
                </a:solidFill>
              </a:rPr>
              <a:t>Parsing HTML and extracting data</a:t>
            </a:r>
            <a:endParaRPr sz="1800" dirty="0">
              <a:solidFill>
                <a:srgbClr val="7030A0"/>
              </a:solidFill>
            </a:endParaRPr>
          </a:p>
        </p:txBody>
      </p:sp>
      <p:sp>
        <p:nvSpPr>
          <p:cNvPr id="9" name="Rounded Rectangle 4">
            <a:extLst>
              <a:ext uri="{FF2B5EF4-FFF2-40B4-BE49-F238E27FC236}">
                <a16:creationId xmlns:a16="http://schemas.microsoft.com/office/drawing/2014/main" id="{41652F49-02C3-4212-084E-B3C49F8E8355}"/>
              </a:ext>
            </a:extLst>
          </p:cNvPr>
          <p:cNvSpPr/>
          <p:nvPr/>
        </p:nvSpPr>
        <p:spPr>
          <a:xfrm>
            <a:off x="7343480" y="1081689"/>
            <a:ext cx="4066095" cy="1312719"/>
          </a:xfrm>
          <a:prstGeom prst="roundRect">
            <a:avLst/>
          </a:prstGeom>
          <a:solidFill>
            <a:srgbClr val="F5F5F5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09728" rtlCol="0" anchor="ctr"/>
          <a:lstStyle/>
          <a:p>
            <a:pPr algn="ctr">
              <a:defRPr sz="1700" b="1">
                <a:solidFill>
                  <a:srgbClr val="ED1C24"/>
                </a:solidFill>
                <a:latin typeface="Calibri"/>
              </a:defRPr>
            </a:pPr>
            <a:r>
              <a:rPr lang="en-IN" sz="2000" dirty="0"/>
              <a:t>Data Processing </a:t>
            </a:r>
          </a:p>
          <a:p>
            <a:pPr algn="ctr">
              <a:defRPr sz="1700" b="1">
                <a:solidFill>
                  <a:srgbClr val="ED1C24"/>
                </a:solidFill>
                <a:latin typeface="Calibri"/>
              </a:defRPr>
            </a:pPr>
            <a:r>
              <a:rPr lang="en-IN" sz="1800" dirty="0">
                <a:solidFill>
                  <a:schemeClr val="tx1"/>
                </a:solidFill>
              </a:rPr>
              <a:t>Pandas - </a:t>
            </a:r>
            <a:r>
              <a:rPr lang="en-IN" sz="1800" dirty="0">
                <a:solidFill>
                  <a:srgbClr val="7030A0"/>
                </a:solidFill>
              </a:rPr>
              <a:t>Data Handling</a:t>
            </a:r>
          </a:p>
          <a:p>
            <a:pPr algn="ctr">
              <a:defRPr sz="1700" b="1">
                <a:solidFill>
                  <a:srgbClr val="ED1C24"/>
                </a:solidFill>
                <a:latin typeface="Calibri"/>
              </a:defRPr>
            </a:pPr>
            <a:r>
              <a:rPr lang="en-IN" sz="1800" dirty="0">
                <a:solidFill>
                  <a:schemeClr val="tx1"/>
                </a:solidFill>
              </a:rPr>
              <a:t>NumPy - </a:t>
            </a:r>
            <a:r>
              <a:rPr lang="en-IN" sz="1800" dirty="0">
                <a:solidFill>
                  <a:srgbClr val="7030A0"/>
                </a:solidFill>
              </a:rPr>
              <a:t>Numerical operations</a:t>
            </a:r>
          </a:p>
        </p:txBody>
      </p:sp>
      <p:sp>
        <p:nvSpPr>
          <p:cNvPr id="10" name="Rounded Rectangle 5">
            <a:extLst>
              <a:ext uri="{FF2B5EF4-FFF2-40B4-BE49-F238E27FC236}">
                <a16:creationId xmlns:a16="http://schemas.microsoft.com/office/drawing/2014/main" id="{EFB7B877-0F8B-A986-0CFD-4B797DC68750}"/>
              </a:ext>
            </a:extLst>
          </p:cNvPr>
          <p:cNvSpPr/>
          <p:nvPr/>
        </p:nvSpPr>
        <p:spPr>
          <a:xfrm>
            <a:off x="625469" y="3966776"/>
            <a:ext cx="6159474" cy="807704"/>
          </a:xfrm>
          <a:prstGeom prst="roundRect">
            <a:avLst/>
          </a:prstGeom>
          <a:solidFill>
            <a:srgbClr val="F5F5F5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09728" rtlCol="0" anchor="ctr"/>
          <a:lstStyle/>
          <a:p>
            <a:pPr algn="ctr">
              <a:defRPr sz="1700" b="1">
                <a:solidFill>
                  <a:srgbClr val="ED1C24"/>
                </a:solidFill>
                <a:latin typeface="Calibri"/>
              </a:defRPr>
            </a:pPr>
            <a:r>
              <a:rPr lang="en-IN" sz="2000" dirty="0"/>
              <a:t>Data Extraction &amp; Cleaning</a:t>
            </a:r>
          </a:p>
          <a:p>
            <a:pPr algn="ctr">
              <a:defRPr sz="1700" b="1">
                <a:solidFill>
                  <a:srgbClr val="ED1C24"/>
                </a:solidFill>
                <a:latin typeface="Calibri"/>
              </a:defRPr>
            </a:pPr>
            <a:r>
              <a:rPr lang="en-US" sz="1800" dirty="0">
                <a:solidFill>
                  <a:schemeClr val="tx1"/>
                </a:solidFill>
              </a:rPr>
              <a:t>Regular Expressions (re) - </a:t>
            </a:r>
            <a:r>
              <a:rPr lang="en-US" sz="1800" dirty="0">
                <a:solidFill>
                  <a:srgbClr val="7030A0"/>
                </a:solidFill>
              </a:rPr>
              <a:t>Extracting specific information</a:t>
            </a:r>
            <a:endParaRPr sz="1800" dirty="0">
              <a:solidFill>
                <a:srgbClr val="7030A0"/>
              </a:solidFill>
            </a:endParaRPr>
          </a:p>
        </p:txBody>
      </p:sp>
      <p:sp>
        <p:nvSpPr>
          <p:cNvPr id="11" name="Rounded Rectangle 6">
            <a:extLst>
              <a:ext uri="{FF2B5EF4-FFF2-40B4-BE49-F238E27FC236}">
                <a16:creationId xmlns:a16="http://schemas.microsoft.com/office/drawing/2014/main" id="{35711ACB-7632-C74C-D2A8-09DF64678CD4}"/>
              </a:ext>
            </a:extLst>
          </p:cNvPr>
          <p:cNvSpPr/>
          <p:nvPr/>
        </p:nvSpPr>
        <p:spPr>
          <a:xfrm>
            <a:off x="7343480" y="2995845"/>
            <a:ext cx="4066095" cy="1467748"/>
          </a:xfrm>
          <a:prstGeom prst="roundRect">
            <a:avLst/>
          </a:prstGeom>
          <a:solidFill>
            <a:srgbClr val="F5F5F5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09728" rtlCol="0" anchor="ctr"/>
          <a:lstStyle/>
          <a:p>
            <a:pPr algn="ctr">
              <a:defRPr sz="1700" b="1">
                <a:solidFill>
                  <a:srgbClr val="ED1C24"/>
                </a:solidFill>
                <a:latin typeface="Calibri"/>
              </a:defRPr>
            </a:pPr>
            <a:r>
              <a:rPr sz="2000" dirty="0"/>
              <a:t>Data Visualization</a:t>
            </a:r>
          </a:p>
          <a:p>
            <a:pPr algn="ctr">
              <a:defRPr sz="2300" b="1">
                <a:solidFill>
                  <a:srgbClr val="182D4E"/>
                </a:solidFill>
              </a:defRPr>
            </a:pPr>
            <a:r>
              <a:rPr lang="en-IN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Matplotlib, Seaborn - </a:t>
            </a:r>
            <a:r>
              <a:rPr lang="en-IN" sz="1800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Visualization</a:t>
            </a:r>
          </a:p>
        </p:txBody>
      </p:sp>
    </p:spTree>
    <p:extLst>
      <p:ext uri="{BB962C8B-B14F-4D97-AF65-F5344CB8AC3E}">
        <p14:creationId xmlns:p14="http://schemas.microsoft.com/office/powerpoint/2010/main" val="7669832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F4EE4BB0-743C-DFC9-8731-BE90E1E64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6DA333A-8232-C569-0070-DE61029F5E84}"/>
              </a:ext>
            </a:extLst>
          </p:cNvPr>
          <p:cNvSpPr txBox="1"/>
          <p:nvPr/>
        </p:nvSpPr>
        <p:spPr>
          <a:xfrm>
            <a:off x="531200" y="234401"/>
            <a:ext cx="570540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114300">
              <a:spcAft>
                <a:spcPts val="1000"/>
              </a:spcAft>
              <a:defRPr sz="1600" b="0">
                <a:solidFill>
                  <a:srgbClr val="282828"/>
                </a:solidFill>
              </a:defRPr>
            </a:pPr>
            <a:r>
              <a:rPr lang="en-US" sz="3200" b="1" dirty="0">
                <a:solidFill>
                  <a:srgbClr val="FF0000"/>
                </a:solidFill>
                <a:latin typeface="Arial Black" panose="020B0A04020102020204" pitchFamily="34" charset="0"/>
              </a:rPr>
              <a:t>Data Collection Process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726A57-A7A1-050D-1E42-0E238D81D8FE}"/>
              </a:ext>
            </a:extLst>
          </p:cNvPr>
          <p:cNvSpPr txBox="1"/>
          <p:nvPr/>
        </p:nvSpPr>
        <p:spPr>
          <a:xfrm>
            <a:off x="747467" y="1227354"/>
            <a:ext cx="10697066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600">
                <a:solidFill>
                  <a:srgbClr val="191919"/>
                </a:solidFill>
                <a:latin typeface="Calibri"/>
              </a:defRPr>
            </a:pPr>
            <a:r>
              <a:rPr lang="en-US" sz="2400" dirty="0"/>
              <a:t>Selected the Laptop category on Flipkart as the data source.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600">
                <a:solidFill>
                  <a:srgbClr val="191919"/>
                </a:solidFill>
                <a:latin typeface="Calibri"/>
              </a:defRPr>
            </a:pPr>
            <a:r>
              <a:rPr lang="en-US" sz="2400" dirty="0"/>
              <a:t>Identified the required product-level fields to collect.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600">
                <a:solidFill>
                  <a:srgbClr val="191919"/>
                </a:solidFill>
                <a:latin typeface="Calibri"/>
              </a:defRPr>
            </a:pPr>
            <a:r>
              <a:rPr lang="en-US" sz="2400" dirty="0"/>
              <a:t>Sent requests to the laptop listing pages using Python.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600">
                <a:solidFill>
                  <a:srgbClr val="191919"/>
                </a:solidFill>
                <a:latin typeface="Calibri"/>
              </a:defRPr>
            </a:pPr>
            <a:r>
              <a:rPr lang="en-US" sz="2400" dirty="0"/>
              <a:t>Extracted product details from the HTML content using BeautifulSoup.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600">
                <a:solidFill>
                  <a:srgbClr val="191919"/>
                </a:solidFill>
                <a:latin typeface="Calibri"/>
              </a:defRPr>
            </a:pPr>
            <a:r>
              <a:rPr lang="en-US" sz="2400" dirty="0"/>
              <a:t>Dynamically accessed pages 1–41 to collect multiple products.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600">
                <a:solidFill>
                  <a:srgbClr val="191919"/>
                </a:solidFill>
                <a:latin typeface="Calibri"/>
              </a:defRPr>
            </a:pPr>
            <a:r>
              <a:rPr lang="en-US" sz="2400" dirty="0"/>
              <a:t>Combined 984 collected records with 8 raw columns into a Pandas DataFrame.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600">
                <a:solidFill>
                  <a:srgbClr val="191919"/>
                </a:solidFill>
                <a:latin typeface="Calibri"/>
              </a:defRPr>
            </a:pPr>
            <a:r>
              <a:rPr lang="en-US" sz="2400" dirty="0"/>
              <a:t>Saved the raw scraped data as scrapped_data.csv for further processing.</a:t>
            </a:r>
          </a:p>
        </p:txBody>
      </p:sp>
    </p:spTree>
    <p:extLst>
      <p:ext uri="{BB962C8B-B14F-4D97-AF65-F5344CB8AC3E}">
        <p14:creationId xmlns:p14="http://schemas.microsoft.com/office/powerpoint/2010/main" val="16159157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F8D909B8-609B-BDED-3CE2-B3516DA01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FDAEB45-D4F1-A75F-E465-B1AB2B09B6AF}"/>
              </a:ext>
            </a:extLst>
          </p:cNvPr>
          <p:cNvSpPr txBox="1"/>
          <p:nvPr/>
        </p:nvSpPr>
        <p:spPr>
          <a:xfrm>
            <a:off x="502920" y="228600"/>
            <a:ext cx="540724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114300">
              <a:spcAft>
                <a:spcPts val="1000"/>
              </a:spcAft>
              <a:defRPr sz="1600" b="0">
                <a:solidFill>
                  <a:srgbClr val="282828"/>
                </a:solidFill>
              </a:defRPr>
            </a:pPr>
            <a:r>
              <a:rPr lang="en-US" sz="3200" b="1" dirty="0">
                <a:solidFill>
                  <a:srgbClr val="FF0000"/>
                </a:solidFill>
                <a:latin typeface="Arial Black" panose="020B0A04020102020204" pitchFamily="34" charset="0"/>
              </a:rPr>
              <a:t>Raw Dataset Overview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F7B139B3-5557-8A73-4267-F70D786F87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2710837"/>
              </p:ext>
            </p:extLst>
          </p:nvPr>
        </p:nvGraphicFramePr>
        <p:xfrm>
          <a:off x="816361" y="1002017"/>
          <a:ext cx="6875912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379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379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78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Raw Column</a:t>
                      </a:r>
                    </a:p>
                  </a:txBody>
                  <a:tcPr>
                    <a:solidFill>
                      <a:srgbClr val="18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Purpose</a:t>
                      </a:r>
                    </a:p>
                  </a:txBody>
                  <a:tcPr>
                    <a:solidFill>
                      <a:srgbClr val="18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828"/>
                          </a:solidFill>
                        </a:defRPr>
                      </a:pPr>
                      <a:r>
                        <a:rPr dirty="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828"/>
                          </a:solidFill>
                        </a:defRPr>
                      </a:pPr>
                      <a:r>
                        <a:rPr dirty="0"/>
                        <a:t>Laptop product title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828"/>
                          </a:solidFill>
                        </a:defRPr>
                      </a:pPr>
                      <a:r>
                        <a:rPr dirty="0"/>
                        <a:t>Price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828"/>
                          </a:solidFill>
                        </a:defRPr>
                      </a:pPr>
                      <a:r>
                        <a:t>Current selling price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828"/>
                          </a:solidFill>
                        </a:defRPr>
                      </a:pPr>
                      <a:r>
                        <a:t>Original 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828"/>
                          </a:solidFill>
                        </a:defRPr>
                      </a:pPr>
                      <a:r>
                        <a:t>Original/list price when available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828"/>
                          </a:solidFill>
                        </a:defRPr>
                      </a:pPr>
                      <a:r>
                        <a:t>Discount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828"/>
                          </a:solidFill>
                        </a:defRPr>
                      </a:pPr>
                      <a:r>
                        <a:t>Discount percentage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828"/>
                          </a:solidFill>
                        </a:defRPr>
                      </a:pPr>
                      <a:r>
                        <a:t>Rating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828"/>
                          </a:solidFill>
                        </a:defRPr>
                      </a:pPr>
                      <a:r>
                        <a:rPr dirty="0"/>
                        <a:t>Product rating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828"/>
                          </a:solidFill>
                        </a:defRPr>
                      </a:pPr>
                      <a:r>
                        <a:t>Reviews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828"/>
                          </a:solidFill>
                        </a:defRPr>
                      </a:pPr>
                      <a:r>
                        <a:t>Ratings/review information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828"/>
                          </a:solidFill>
                        </a:defRPr>
                      </a:pPr>
                      <a:r>
                        <a:t>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828"/>
                          </a:solidFill>
                        </a:defRPr>
                      </a:pPr>
                      <a:r>
                        <a:t>Combined specifications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828"/>
                          </a:solidFill>
                        </a:defRPr>
                      </a:pPr>
                      <a:r>
                        <a:t>Page Number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828"/>
                          </a:solidFill>
                        </a:defRPr>
                      </a:pPr>
                      <a:r>
                        <a:rPr dirty="0"/>
                        <a:t>Source listing page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0E335FBF-8063-126C-B874-F2730B5DD714}"/>
              </a:ext>
            </a:extLst>
          </p:cNvPr>
          <p:cNvSpPr txBox="1"/>
          <p:nvPr/>
        </p:nvSpPr>
        <p:spPr>
          <a:xfrm>
            <a:off x="8924670" y="1756511"/>
            <a:ext cx="2450969" cy="218521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Source: </a:t>
            </a:r>
            <a:r>
              <a:rPr lang="en-US" sz="1600" dirty="0"/>
              <a:t>Flipkart Laptop Listings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Records: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/>
              <a:t>984 laptop products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Columns: </a:t>
            </a:r>
            <a:r>
              <a:rPr lang="en-US" sz="1600" dirty="0"/>
              <a:t>8 raw columns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Format: </a:t>
            </a:r>
            <a:r>
              <a:rPr lang="en-US" sz="1600" dirty="0"/>
              <a:t>CSV (scrapped_data.csv)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A14C47A1-C998-646A-715D-5CBD926FFA0A}"/>
              </a:ext>
            </a:extLst>
          </p:cNvPr>
          <p:cNvSpPr/>
          <p:nvPr/>
        </p:nvSpPr>
        <p:spPr>
          <a:xfrm>
            <a:off x="7946796" y="2564091"/>
            <a:ext cx="763571" cy="650449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38446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A46AA636-FA01-CE01-04C1-C9948C9B0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32BC9A23-7F7C-0EC8-365C-6C8F9140101A}"/>
              </a:ext>
            </a:extLst>
          </p:cNvPr>
          <p:cNvSpPr txBox="1"/>
          <p:nvPr/>
        </p:nvSpPr>
        <p:spPr>
          <a:xfrm>
            <a:off x="502920" y="228600"/>
            <a:ext cx="730360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114300">
              <a:spcAft>
                <a:spcPts val="1000"/>
              </a:spcAft>
              <a:defRPr sz="1600" b="0">
                <a:solidFill>
                  <a:srgbClr val="282828"/>
                </a:solidFill>
              </a:defRPr>
            </a:pPr>
            <a:r>
              <a:rPr lang="en-US" sz="3200" b="1" dirty="0">
                <a:solidFill>
                  <a:srgbClr val="FF0000"/>
                </a:solidFill>
                <a:latin typeface="Arial Black" panose="020B0A04020102020204" pitchFamily="34" charset="0"/>
              </a:rPr>
              <a:t>Data Cleaning &amp; Preprocessing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34440"/>
            <a:ext cx="7303602" cy="4555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 b="0">
                <a:solidFill>
                  <a:srgbClr val="282828"/>
                </a:solidFill>
              </a:defRPr>
            </a:pP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Extracted Brand from product names.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 b="0">
                <a:solidFill>
                  <a:srgbClr val="282828"/>
                </a:solidFill>
              </a:defRPr>
            </a:pP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Extracted Processor, RAM, SSD and Display using Regular Expressions.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 b="0">
                <a:solidFill>
                  <a:srgbClr val="282828"/>
                </a:solidFill>
              </a:defRPr>
            </a:pP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Converted Price to numeric rupee values and Discount to percentage values.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 b="0">
                <a:solidFill>
                  <a:srgbClr val="282828"/>
                </a:solidFill>
              </a:defRPr>
            </a:pP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Removed 426 duplicate rows.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 b="0">
                <a:solidFill>
                  <a:srgbClr val="282828"/>
                </a:solidFill>
              </a:defRPr>
            </a:pP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Removed 8 rows with missing Price because price was essential for price analysis.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 b="0">
                <a:solidFill>
                  <a:srgbClr val="282828"/>
                </a:solidFill>
              </a:defRPr>
            </a:pP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Kept legitimate missing SSD, Display, Discount and Rating values rather than inserting unsupported values.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 b="0">
                <a:solidFill>
                  <a:srgbClr val="282828"/>
                </a:solidFill>
              </a:defRPr>
            </a:pP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Checked statistical outliers and retained valid premium/high-capacity products.</a:t>
            </a:r>
          </a:p>
        </p:txBody>
      </p:sp>
    </p:spTree>
    <p:extLst>
      <p:ext uri="{BB962C8B-B14F-4D97-AF65-F5344CB8AC3E}">
        <p14:creationId xmlns:p14="http://schemas.microsoft.com/office/powerpoint/2010/main" val="2893909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0E3C3D09-3367-6A51-355A-1806294B6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49339A1-E416-36FF-FD50-453B24D3E49D}"/>
              </a:ext>
            </a:extLst>
          </p:cNvPr>
          <p:cNvSpPr txBox="1"/>
          <p:nvPr/>
        </p:nvSpPr>
        <p:spPr>
          <a:xfrm>
            <a:off x="502920" y="228600"/>
            <a:ext cx="552106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114300">
              <a:spcAft>
                <a:spcPts val="1000"/>
              </a:spcAft>
              <a:defRPr sz="1600" b="0">
                <a:solidFill>
                  <a:srgbClr val="282828"/>
                </a:solidFill>
              </a:defRPr>
            </a:pPr>
            <a:r>
              <a:rPr lang="en-US" sz="3200" b="1" dirty="0">
                <a:solidFill>
                  <a:srgbClr val="FF0000"/>
                </a:solidFill>
                <a:latin typeface="Arial Black" panose="020B0A04020102020204" pitchFamily="34" charset="0"/>
              </a:rPr>
              <a:t>Final Dataset Overview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64251"/>
              </p:ext>
            </p:extLst>
          </p:nvPr>
        </p:nvGraphicFramePr>
        <p:xfrm>
          <a:off x="1184007" y="1081999"/>
          <a:ext cx="8695284" cy="35654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84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984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84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157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Column</a:t>
                      </a:r>
                    </a:p>
                  </a:txBody>
                  <a:tcPr>
                    <a:solidFill>
                      <a:srgbClr val="18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Meaning</a:t>
                      </a:r>
                    </a:p>
                  </a:txBody>
                  <a:tcPr>
                    <a:solidFill>
                      <a:srgbClr val="18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Non-null</a:t>
                      </a:r>
                    </a:p>
                  </a:txBody>
                  <a:tcPr>
                    <a:solidFill>
                      <a:srgbClr val="18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15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Brand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Laptop brand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550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15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Processor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Processor type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rPr dirty="0"/>
                        <a:t>550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15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RAM_gb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RAM capacity in 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rPr dirty="0"/>
                        <a:t>550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15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SSD_gb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SSD capacity in GB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524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15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Display_cm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Display size in cm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546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15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Price_rupee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Laptop price in rupees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rPr dirty="0"/>
                        <a:t>550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15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Discount_pct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Discount percentage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439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615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rPr dirty="0"/>
                        <a:t>Rating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rPr dirty="0"/>
                        <a:t>Product rating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rPr dirty="0"/>
                        <a:t>457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3722737" y="4959955"/>
            <a:ext cx="1058916" cy="910158"/>
          </a:xfrm>
          <a:prstGeom prst="roundRect">
            <a:avLst/>
          </a:prstGeom>
          <a:solidFill>
            <a:srgbClr val="F2F6FA"/>
          </a:solidFill>
          <a:ln>
            <a:solidFill>
              <a:srgbClr val="3170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22737" y="5067421"/>
            <a:ext cx="1058916" cy="81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>
                <a:solidFill>
                  <a:srgbClr val="182D4E"/>
                </a:solidFill>
              </a:defRPr>
            </a:pPr>
            <a:r>
              <a:rPr dirty="0"/>
              <a:t>558</a:t>
            </a:r>
          </a:p>
          <a:p>
            <a:pPr algn="ctr">
              <a:defRPr sz="1000">
                <a:solidFill>
                  <a:srgbClr val="646E78"/>
                </a:solidFill>
              </a:defRPr>
            </a:pPr>
            <a:r>
              <a:rPr sz="1200" b="1" dirty="0"/>
              <a:t>Rows after duplicates</a:t>
            </a:r>
          </a:p>
        </p:txBody>
      </p:sp>
      <p:sp>
        <p:nvSpPr>
          <p:cNvPr id="2" name="Rounded Rectangle 10"/>
          <p:cNvSpPr/>
          <p:nvPr/>
        </p:nvSpPr>
        <p:spPr>
          <a:xfrm>
            <a:off x="6911842" y="4970398"/>
            <a:ext cx="2283812" cy="923074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7019834" y="5083256"/>
            <a:ext cx="877032" cy="81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>
                <a:solidFill>
                  <a:srgbClr val="182D4E"/>
                </a:solidFill>
              </a:defRPr>
            </a:pPr>
            <a:r>
              <a:rPr dirty="0"/>
              <a:t>550</a:t>
            </a:r>
          </a:p>
          <a:p>
            <a:pPr algn="ctr">
              <a:defRPr sz="1000">
                <a:solidFill>
                  <a:srgbClr val="646E78"/>
                </a:solidFill>
              </a:defRPr>
            </a:pPr>
            <a:r>
              <a:rPr sz="1200" b="1" dirty="0"/>
              <a:t>Final rows</a:t>
            </a:r>
          </a:p>
        </p:txBody>
      </p:sp>
      <p:sp>
        <p:nvSpPr>
          <p:cNvPr id="3" name="Rounded Rectangle 8">
            <a:extLst>
              <a:ext uri="{FF2B5EF4-FFF2-40B4-BE49-F238E27FC236}">
                <a16:creationId xmlns:a16="http://schemas.microsoft.com/office/drawing/2014/main" id="{B69D5E18-A9A6-04FB-8D95-A9F8B760F65E}"/>
              </a:ext>
            </a:extLst>
          </p:cNvPr>
          <p:cNvSpPr/>
          <p:nvPr/>
        </p:nvSpPr>
        <p:spPr>
          <a:xfrm>
            <a:off x="2249235" y="4959955"/>
            <a:ext cx="1058916" cy="910158"/>
          </a:xfrm>
          <a:prstGeom prst="roundRect">
            <a:avLst/>
          </a:prstGeom>
          <a:solidFill>
            <a:srgbClr val="F2F6FA"/>
          </a:solidFill>
          <a:ln>
            <a:solidFill>
              <a:srgbClr val="3170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E2D662-C637-DD09-B739-257EF201BC00}"/>
              </a:ext>
            </a:extLst>
          </p:cNvPr>
          <p:cNvSpPr txBox="1"/>
          <p:nvPr/>
        </p:nvSpPr>
        <p:spPr>
          <a:xfrm>
            <a:off x="2249235" y="5067421"/>
            <a:ext cx="1058916" cy="81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>
                <a:solidFill>
                  <a:srgbClr val="182D4E"/>
                </a:solidFill>
              </a:defRPr>
            </a:pPr>
            <a:r>
              <a:rPr lang="en-US" dirty="0"/>
              <a:t>984</a:t>
            </a:r>
            <a:endParaRPr dirty="0"/>
          </a:p>
          <a:p>
            <a:pPr algn="ctr">
              <a:defRPr sz="1000">
                <a:solidFill>
                  <a:srgbClr val="646E78"/>
                </a:solidFill>
              </a:defRPr>
            </a:pPr>
            <a:r>
              <a:rPr lang="en-US" sz="1200" b="1" dirty="0"/>
              <a:t>Rows of Raw Data</a:t>
            </a:r>
            <a:endParaRPr sz="1200" b="1" dirty="0"/>
          </a:p>
        </p:txBody>
      </p:sp>
      <p:sp>
        <p:nvSpPr>
          <p:cNvPr id="5" name="Rounded Rectangle 8">
            <a:extLst>
              <a:ext uri="{FF2B5EF4-FFF2-40B4-BE49-F238E27FC236}">
                <a16:creationId xmlns:a16="http://schemas.microsoft.com/office/drawing/2014/main" id="{EF8E70E0-6212-5F54-3E4E-73FB9698592A}"/>
              </a:ext>
            </a:extLst>
          </p:cNvPr>
          <p:cNvSpPr/>
          <p:nvPr/>
        </p:nvSpPr>
        <p:spPr>
          <a:xfrm>
            <a:off x="5213630" y="4970398"/>
            <a:ext cx="1266235" cy="910158"/>
          </a:xfrm>
          <a:prstGeom prst="roundRect">
            <a:avLst/>
          </a:prstGeom>
          <a:solidFill>
            <a:srgbClr val="F2F6FA"/>
          </a:solidFill>
          <a:ln>
            <a:solidFill>
              <a:srgbClr val="3170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225E5D-9898-2497-66DB-A952843DD11C}"/>
              </a:ext>
            </a:extLst>
          </p:cNvPr>
          <p:cNvSpPr txBox="1"/>
          <p:nvPr/>
        </p:nvSpPr>
        <p:spPr>
          <a:xfrm>
            <a:off x="5213630" y="5077864"/>
            <a:ext cx="1266235" cy="81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>
                <a:solidFill>
                  <a:srgbClr val="182D4E"/>
                </a:solidFill>
              </a:defRPr>
            </a:pPr>
            <a:r>
              <a:rPr dirty="0"/>
              <a:t>55</a:t>
            </a:r>
            <a:r>
              <a:rPr lang="en-US" dirty="0"/>
              <a:t>0</a:t>
            </a:r>
            <a:endParaRPr dirty="0"/>
          </a:p>
          <a:p>
            <a:pPr algn="ctr">
              <a:defRPr sz="1000">
                <a:solidFill>
                  <a:srgbClr val="646E78"/>
                </a:solidFill>
              </a:defRPr>
            </a:pPr>
            <a:r>
              <a:rPr lang="en-US" sz="12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After removing NANs of Price</a:t>
            </a:r>
            <a:endParaRPr sz="1200" b="1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5C1C585-9D84-73A2-861E-B4D92B29E7E3}"/>
              </a:ext>
            </a:extLst>
          </p:cNvPr>
          <p:cNvSpPr txBox="1"/>
          <p:nvPr/>
        </p:nvSpPr>
        <p:spPr>
          <a:xfrm>
            <a:off x="8155324" y="5108286"/>
            <a:ext cx="1141343" cy="81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>
                <a:solidFill>
                  <a:srgbClr val="182D4E"/>
                </a:solidFill>
              </a:defRPr>
            </a:pPr>
            <a:r>
              <a:rPr lang="en-US" dirty="0"/>
              <a:t>8</a:t>
            </a:r>
            <a:endParaRPr dirty="0"/>
          </a:p>
          <a:p>
            <a:pPr algn="ctr">
              <a:defRPr sz="1000">
                <a:solidFill>
                  <a:srgbClr val="646E78"/>
                </a:solidFill>
              </a:defRPr>
            </a:pPr>
            <a:r>
              <a:rPr sz="1200" b="1" dirty="0"/>
              <a:t>Final </a:t>
            </a:r>
            <a:r>
              <a:rPr lang="en-US" sz="1200" b="1" dirty="0"/>
              <a:t>columns</a:t>
            </a:r>
            <a:endParaRPr sz="1200" b="1" dirty="0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A12446E-66CF-07B1-31CF-38F714BF14C7}"/>
              </a:ext>
            </a:extLst>
          </p:cNvPr>
          <p:cNvSpPr/>
          <p:nvPr/>
        </p:nvSpPr>
        <p:spPr>
          <a:xfrm>
            <a:off x="3384222" y="5250729"/>
            <a:ext cx="279835" cy="292231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45ACB003-8B26-097F-3DF5-D3E560A8933B}"/>
              </a:ext>
            </a:extLst>
          </p:cNvPr>
          <p:cNvSpPr/>
          <p:nvPr/>
        </p:nvSpPr>
        <p:spPr>
          <a:xfrm>
            <a:off x="4857724" y="5250728"/>
            <a:ext cx="279835" cy="292231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A26AF372-CB77-8907-41B1-B559BC48B273}"/>
              </a:ext>
            </a:extLst>
          </p:cNvPr>
          <p:cNvSpPr/>
          <p:nvPr/>
        </p:nvSpPr>
        <p:spPr>
          <a:xfrm>
            <a:off x="6530994" y="5250728"/>
            <a:ext cx="279835" cy="292231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25094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05BD77DC-A10A-B4EA-956F-B2A557E95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B6661DA-0D55-C139-355C-9F9D3BFBB971}"/>
              </a:ext>
            </a:extLst>
          </p:cNvPr>
          <p:cNvSpPr txBox="1"/>
          <p:nvPr/>
        </p:nvSpPr>
        <p:spPr>
          <a:xfrm>
            <a:off x="578335" y="605673"/>
            <a:ext cx="750558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114300">
              <a:spcAft>
                <a:spcPts val="1000"/>
              </a:spcAft>
              <a:defRPr sz="1600" b="0">
                <a:solidFill>
                  <a:srgbClr val="282828"/>
                </a:solidFill>
              </a:defRPr>
            </a:pPr>
            <a:r>
              <a:rPr lang="en-US" sz="3200" b="1" dirty="0">
                <a:solidFill>
                  <a:srgbClr val="FF0000"/>
                </a:solidFill>
                <a:latin typeface="Arial Black" panose="020B0A04020102020204" pitchFamily="34" charset="0"/>
              </a:rPr>
              <a:t>Exploratory Data Analysis (EDA)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1D5EF4-40C9-B111-2A4C-79BAFAD07799}"/>
              </a:ext>
            </a:extLst>
          </p:cNvPr>
          <p:cNvSpPr txBox="1"/>
          <p:nvPr/>
        </p:nvSpPr>
        <p:spPr>
          <a:xfrm>
            <a:off x="746760" y="1762342"/>
            <a:ext cx="10698480" cy="24519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 b="0">
                <a:solidFill>
                  <a:srgbClr val="282828"/>
                </a:solidFill>
              </a:defRPr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Univariate analysis: Brand, Processor, RAM and SSD distributions.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 b="0">
                <a:solidFill>
                  <a:srgbClr val="282828"/>
                </a:solidFill>
              </a:defRPr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Bivariate analysis: Brand/Processor/RAM/SSD compared with laptop price.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 b="0">
                <a:solidFill>
                  <a:srgbClr val="282828"/>
                </a:solidFill>
              </a:defRPr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Multivariate analysis: Brand + RAM + SSD combinations compared with price.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 b="0">
                <a:solidFill>
                  <a:srgbClr val="282828"/>
                </a:solidFill>
              </a:defRPr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Premium segment analysis: laptops priced above ₹1,00,000.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 b="0">
                <a:solidFill>
                  <a:srgbClr val="282828"/>
                </a:solidFill>
              </a:defRPr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Visualizations were created to communicate the major patterns.</a:t>
            </a:r>
          </a:p>
        </p:txBody>
      </p:sp>
    </p:spTree>
    <p:extLst>
      <p:ext uri="{BB962C8B-B14F-4D97-AF65-F5344CB8AC3E}">
        <p14:creationId xmlns:p14="http://schemas.microsoft.com/office/powerpoint/2010/main" val="13394761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1D0236CC-5F14-1292-8B27-F5D6A0013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CB4ABBB-E504-5F45-0F0D-3110131D3C35}"/>
              </a:ext>
            </a:extLst>
          </p:cNvPr>
          <p:cNvSpPr txBox="1"/>
          <p:nvPr/>
        </p:nvSpPr>
        <p:spPr>
          <a:xfrm>
            <a:off x="578335" y="238027"/>
            <a:ext cx="841127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114300">
              <a:spcAft>
                <a:spcPts val="1000"/>
              </a:spcAft>
              <a:defRPr sz="1600" b="0">
                <a:solidFill>
                  <a:srgbClr val="282828"/>
                </a:solidFill>
              </a:defRPr>
            </a:pPr>
            <a:r>
              <a:rPr lang="en-US" sz="3200" b="1" dirty="0">
                <a:solidFill>
                  <a:srgbClr val="FF0000"/>
                </a:solidFill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Analysis Questions (Use Cases)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D1BC73-2A53-D649-07F9-8767E303B890}"/>
              </a:ext>
            </a:extLst>
          </p:cNvPr>
          <p:cNvSpPr txBox="1"/>
          <p:nvPr/>
        </p:nvSpPr>
        <p:spPr>
          <a:xfrm>
            <a:off x="746760" y="989344"/>
            <a:ext cx="10698480" cy="53091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282828"/>
                </a:solidFill>
              </a:defRPr>
            </a:pPr>
            <a:r>
              <a:rPr lang="en-US" sz="2400" dirty="0"/>
              <a:t>1. Which brands have the highest number of laptops?</a:t>
            </a:r>
          </a:p>
          <a:p>
            <a:pPr>
              <a:spcAft>
                <a:spcPts val="1000"/>
              </a:spcAft>
              <a:defRPr sz="1400" b="0">
                <a:solidFill>
                  <a:srgbClr val="282828"/>
                </a:solidFill>
              </a:defRPr>
            </a:pPr>
            <a:r>
              <a:rPr lang="en-US" sz="2400" dirty="0"/>
              <a:t>2. Which processor types are most commonly available?</a:t>
            </a:r>
          </a:p>
          <a:p>
            <a:pPr>
              <a:spcAft>
                <a:spcPts val="1000"/>
              </a:spcAft>
              <a:defRPr sz="1400" b="0">
                <a:solidFill>
                  <a:srgbClr val="282828"/>
                </a:solidFill>
              </a:defRPr>
            </a:pPr>
            <a:r>
              <a:rPr lang="en-US" sz="2400" dirty="0"/>
              <a:t>3. How are laptops distributed across RAM capacities?</a:t>
            </a:r>
          </a:p>
          <a:p>
            <a:pPr>
              <a:spcAft>
                <a:spcPts val="1000"/>
              </a:spcAft>
              <a:defRPr sz="1400" b="0">
                <a:solidFill>
                  <a:srgbClr val="282828"/>
                </a:solidFill>
              </a:defRPr>
            </a:pPr>
            <a:r>
              <a:rPr lang="en-US" sz="2400" dirty="0"/>
              <a:t>4. How are laptops distributed across SSD capacities?</a:t>
            </a:r>
          </a:p>
          <a:p>
            <a:pPr>
              <a:spcAft>
                <a:spcPts val="1000"/>
              </a:spcAft>
              <a:defRPr sz="1400" b="0">
                <a:solidFill>
                  <a:srgbClr val="282828"/>
                </a:solidFill>
              </a:defRPr>
            </a:pPr>
            <a:r>
              <a:rPr lang="en-US" sz="2400" dirty="0"/>
              <a:t>5. Which brands offer the most expensive laptops on average?</a:t>
            </a:r>
          </a:p>
          <a:p>
            <a:pPr>
              <a:spcAft>
                <a:spcPts val="1000"/>
              </a:spcAft>
              <a:defRPr sz="1400" b="0">
                <a:solidFill>
                  <a:srgbClr val="282828"/>
                </a:solidFill>
              </a:defRPr>
            </a:pPr>
            <a:r>
              <a:rPr lang="en-US" sz="2400" dirty="0"/>
              <a:t>6. Does higher RAM correspond to higher laptop prices?</a:t>
            </a:r>
          </a:p>
          <a:p>
            <a:pPr>
              <a:spcAft>
                <a:spcPts val="1000"/>
              </a:spcAft>
              <a:defRPr sz="1400" b="0">
                <a:solidFill>
                  <a:srgbClr val="282828"/>
                </a:solidFill>
              </a:defRPr>
            </a:pPr>
            <a:r>
              <a:rPr lang="en-US" sz="2400" dirty="0"/>
              <a:t>7. Does higher SSD capacity correspond to higher laptop prices?</a:t>
            </a:r>
          </a:p>
          <a:p>
            <a:pPr>
              <a:spcAft>
                <a:spcPts val="1000"/>
              </a:spcAft>
              <a:defRPr sz="1400" b="0">
                <a:solidFill>
                  <a:srgbClr val="282828"/>
                </a:solidFill>
              </a:defRPr>
            </a:pPr>
            <a:r>
              <a:rPr lang="en-US" sz="2400" dirty="0"/>
              <a:t>8. Which processors are associated with higher average laptop prices?</a:t>
            </a:r>
          </a:p>
          <a:p>
            <a:pPr>
              <a:spcAft>
                <a:spcPts val="1000"/>
              </a:spcAft>
              <a:defRPr sz="1400" b="0">
                <a:solidFill>
                  <a:srgbClr val="282828"/>
                </a:solidFill>
              </a:defRPr>
            </a:pPr>
            <a:r>
              <a:rPr lang="en-US" sz="2400" dirty="0"/>
              <a:t>9. What Brand + RAM + SSD combinations are associated with premium pricing?</a:t>
            </a:r>
          </a:p>
          <a:p>
            <a:pPr>
              <a:spcAft>
                <a:spcPts val="1000"/>
              </a:spcAft>
              <a:defRPr sz="1400" b="0">
                <a:solidFill>
                  <a:srgbClr val="282828"/>
                </a:solidFill>
              </a:defRPr>
            </a:pPr>
            <a:r>
              <a:rPr lang="en-US" sz="2400" dirty="0"/>
              <a:t>10. Which brands dominate the premium laptop segment?</a:t>
            </a:r>
          </a:p>
        </p:txBody>
      </p:sp>
    </p:spTree>
    <p:extLst>
      <p:ext uri="{BB962C8B-B14F-4D97-AF65-F5344CB8AC3E}">
        <p14:creationId xmlns:p14="http://schemas.microsoft.com/office/powerpoint/2010/main" val="17993231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A84B322D-1F98-2A81-5E34-8EF6E0407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6CDEB5A-4880-7572-469D-5DBC99F6BD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676" y="1402840"/>
            <a:ext cx="5948324" cy="410302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FD53E0F-3527-8EB0-91EE-66B54A56C026}"/>
              </a:ext>
            </a:extLst>
          </p:cNvPr>
          <p:cNvSpPr txBox="1"/>
          <p:nvPr/>
        </p:nvSpPr>
        <p:spPr>
          <a:xfrm>
            <a:off x="501978" y="5625480"/>
            <a:ext cx="8114121" cy="1502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82828"/>
                </a:solidFill>
              </a:defRPr>
            </a:pPr>
            <a:r>
              <a:rPr lang="en-US" sz="1500" b="1" dirty="0"/>
              <a:t>Observations of: 1. </a:t>
            </a:r>
            <a:r>
              <a:rPr lang="en-US" sz="1500" dirty="0"/>
              <a:t>The scraped laptop market is highly concentrated among ASUS(143), HP(141), and Acer(103), while the remaining brands have considerably fewer listings.</a:t>
            </a:r>
          </a:p>
          <a:p>
            <a:pPr>
              <a:spcAft>
                <a:spcPts val="1000"/>
              </a:spcAft>
              <a:defRPr sz="1500" b="0">
                <a:solidFill>
                  <a:srgbClr val="282828"/>
                </a:solidFill>
              </a:defRPr>
            </a:pPr>
            <a:r>
              <a:rPr lang="en-US" sz="1500" b="1" dirty="0">
                <a:solidFill>
                  <a:srgbClr val="282828"/>
                </a:solidFill>
              </a:rPr>
              <a:t>2.</a:t>
            </a:r>
            <a:r>
              <a:rPr lang="en-US" sz="1500" dirty="0"/>
              <a:t>The dataset is strongly dominated by Intel processors, particularly the Core i5, Core i3, and Core i7 series. </a:t>
            </a:r>
          </a:p>
          <a:p>
            <a:pPr>
              <a:spcAft>
                <a:spcPts val="1000"/>
              </a:spcAft>
              <a:defRPr sz="1500" b="0">
                <a:solidFill>
                  <a:srgbClr val="282828"/>
                </a:solidFill>
              </a:defRPr>
            </a:pP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491F19-2E79-056B-17AE-F772C295C8FE}"/>
              </a:ext>
            </a:extLst>
          </p:cNvPr>
          <p:cNvSpPr txBox="1"/>
          <p:nvPr/>
        </p:nvSpPr>
        <p:spPr>
          <a:xfrm>
            <a:off x="238026" y="209495"/>
            <a:ext cx="690749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>
              <a:spcAft>
                <a:spcPts val="1000"/>
              </a:spcAft>
              <a:defRPr sz="1600" b="0">
                <a:solidFill>
                  <a:srgbClr val="282828"/>
                </a:solidFill>
              </a:defRPr>
            </a:pPr>
            <a:r>
              <a:rPr lang="en-US" sz="3200" b="1" dirty="0">
                <a:solidFill>
                  <a:srgbClr val="FF0000"/>
                </a:solidFill>
                <a:latin typeface="Arial Black" panose="020B0A04020102020204" pitchFamily="34" charset="0"/>
              </a:rPr>
              <a:t>Visualization Analysis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EB8CE6-CA3A-60F8-ACC5-D9ACCF1FA8E3}"/>
              </a:ext>
            </a:extLst>
          </p:cNvPr>
          <p:cNvSpPr txBox="1"/>
          <p:nvPr/>
        </p:nvSpPr>
        <p:spPr>
          <a:xfrm>
            <a:off x="501978" y="913889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170B7"/>
                </a:solidFill>
              </a:defRPr>
            </a:pPr>
            <a:r>
              <a:rPr lang="en-IN" dirty="0"/>
              <a:t>1. Brand Distribution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A435879-9A89-034B-818B-1651D43A1702}"/>
              </a:ext>
            </a:extLst>
          </p:cNvPr>
          <p:cNvSpPr txBox="1"/>
          <p:nvPr/>
        </p:nvSpPr>
        <p:spPr>
          <a:xfrm>
            <a:off x="6819507" y="913889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170B7"/>
                </a:solidFill>
              </a:defRPr>
            </a:pPr>
            <a:r>
              <a:rPr lang="en-IN" dirty="0"/>
              <a:t>2. </a:t>
            </a:r>
            <a:r>
              <a:rPr lang="en-IN" sz="1800" b="1" dirty="0">
                <a:solidFill>
                  <a:srgbClr val="3170B7"/>
                </a:solidFill>
              </a:rPr>
              <a:t>Processor</a:t>
            </a:r>
            <a:r>
              <a:rPr lang="en-IN" dirty="0"/>
              <a:t> Distribution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C0212BD-46A8-C634-4F9D-9ADA2DF44E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9399" y="1402840"/>
            <a:ext cx="5703216" cy="4769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058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93D3D250-4B0C-0F32-98C8-00C185DAD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3CAD788-B523-CC07-1C1F-C727D3C59CDD}"/>
              </a:ext>
            </a:extLst>
          </p:cNvPr>
          <p:cNvSpPr txBox="1"/>
          <p:nvPr/>
        </p:nvSpPr>
        <p:spPr>
          <a:xfrm>
            <a:off x="530259" y="4861121"/>
            <a:ext cx="1154705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82828"/>
                </a:solidFill>
              </a:defRPr>
            </a:pPr>
            <a:r>
              <a:rPr lang="en-US" sz="1500" b="1" dirty="0"/>
              <a:t>Observation of 3:</a:t>
            </a:r>
            <a:r>
              <a:rPr lang="en-US" sz="1500" dirty="0"/>
              <a:t>The dataset is mainly concentrated around 8 GB and 16 GB RAM, with 16 GB being the dominant configuration. Higher capacities such as 32 GB and 48 GB are relatively uncommon.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B550A9-7FB5-380C-87F9-F61185A26723}"/>
              </a:ext>
            </a:extLst>
          </p:cNvPr>
          <p:cNvSpPr txBox="1"/>
          <p:nvPr/>
        </p:nvSpPr>
        <p:spPr>
          <a:xfrm>
            <a:off x="464271" y="131464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170B7"/>
                </a:solidFill>
              </a:defRPr>
            </a:pPr>
            <a:r>
              <a:rPr lang="en-IN" dirty="0"/>
              <a:t>3. RAM Distribution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4AB14F-65F3-FB36-5175-510C22548F16}"/>
              </a:ext>
            </a:extLst>
          </p:cNvPr>
          <p:cNvSpPr txBox="1"/>
          <p:nvPr/>
        </p:nvSpPr>
        <p:spPr>
          <a:xfrm>
            <a:off x="6781800" y="131464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170B7"/>
                </a:solidFill>
              </a:defRPr>
            </a:pPr>
            <a:r>
              <a:rPr lang="en-IN" dirty="0"/>
              <a:t>4. </a:t>
            </a:r>
            <a:r>
              <a:rPr lang="en-IN" sz="1800" b="1" dirty="0">
                <a:solidFill>
                  <a:srgbClr val="3170B7"/>
                </a:solidFill>
              </a:rPr>
              <a:t>SSD</a:t>
            </a:r>
            <a:r>
              <a:rPr lang="en-IN" dirty="0"/>
              <a:t> Distribution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89E9E4-AA4E-06FD-775A-B59508F824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7934" y="500796"/>
            <a:ext cx="5354426" cy="379665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8888F76-5E36-5EAB-CBCF-3D6C359573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271" y="511969"/>
            <a:ext cx="5436908" cy="378547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472B715-6598-EBBF-3080-4F9D5141BB33}"/>
              </a:ext>
            </a:extLst>
          </p:cNvPr>
          <p:cNvSpPr txBox="1"/>
          <p:nvPr/>
        </p:nvSpPr>
        <p:spPr>
          <a:xfrm>
            <a:off x="530259" y="5588556"/>
            <a:ext cx="1154705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82828"/>
                </a:solidFill>
              </a:defRPr>
            </a:pPr>
            <a:r>
              <a:rPr lang="en-US" sz="1500" b="1" dirty="0"/>
              <a:t>Observation of 4:</a:t>
            </a:r>
            <a:r>
              <a:rPr lang="en-US" sz="1500" dirty="0"/>
              <a:t>The dataset is strongly concentrated around 512 GB SSD, while higher capacities such as 1 TB and 2 TB have relatively fewer listings. Lower capacities such as 32 GB and 500 GB are rarely available.</a:t>
            </a:r>
          </a:p>
        </p:txBody>
      </p:sp>
    </p:spTree>
    <p:extLst>
      <p:ext uri="{BB962C8B-B14F-4D97-AF65-F5344CB8AC3E}">
        <p14:creationId xmlns:p14="http://schemas.microsoft.com/office/powerpoint/2010/main" val="22076066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0A88A821-5D64-C24D-5697-F6E0B2098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DF753CA-3006-1E50-F390-447AE8922757}"/>
              </a:ext>
            </a:extLst>
          </p:cNvPr>
          <p:cNvSpPr txBox="1"/>
          <p:nvPr/>
        </p:nvSpPr>
        <p:spPr>
          <a:xfrm>
            <a:off x="530259" y="4861121"/>
            <a:ext cx="1154705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82828"/>
                </a:solidFill>
              </a:defRPr>
            </a:pPr>
            <a:r>
              <a:rPr lang="en-US" sz="1500" b="1" dirty="0"/>
              <a:t>Observation of 5: </a:t>
            </a:r>
            <a:r>
              <a:rPr lang="en-US" sz="1500" dirty="0"/>
              <a:t>Apple stands out with a significantly higher average price than other brands, while GIGABYTE and MICROSOFT also have relatively high average prices. Brands such as Primebook, WarnerCann, and Prittec have much lower average prices.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AC8603-9D27-EB2D-83BA-608E634ADB77}"/>
              </a:ext>
            </a:extLst>
          </p:cNvPr>
          <p:cNvSpPr txBox="1"/>
          <p:nvPr/>
        </p:nvSpPr>
        <p:spPr>
          <a:xfrm>
            <a:off x="464271" y="131464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170B7"/>
                </a:solidFill>
              </a:defRPr>
            </a:pPr>
            <a:r>
              <a:rPr lang="en-IN" dirty="0"/>
              <a:t>5. Average Price by Brand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8F5472F-560D-EF50-EAD0-66350BB3D8EF}"/>
              </a:ext>
            </a:extLst>
          </p:cNvPr>
          <p:cNvSpPr txBox="1"/>
          <p:nvPr/>
        </p:nvSpPr>
        <p:spPr>
          <a:xfrm>
            <a:off x="6781800" y="131464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170B7"/>
                </a:solidFill>
              </a:defRPr>
            </a:pPr>
            <a:r>
              <a:rPr lang="en-IN" dirty="0"/>
              <a:t>6. Average Price by RAM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D4ED79C-952A-D843-5A81-4BFAF36EB48E}"/>
              </a:ext>
            </a:extLst>
          </p:cNvPr>
          <p:cNvSpPr txBox="1"/>
          <p:nvPr/>
        </p:nvSpPr>
        <p:spPr>
          <a:xfrm>
            <a:off x="530259" y="5588556"/>
            <a:ext cx="1154705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82828"/>
                </a:solidFill>
              </a:defRPr>
            </a:pPr>
            <a:r>
              <a:rPr lang="en-US" sz="1500" b="1" dirty="0"/>
              <a:t>Observation of 6: </a:t>
            </a:r>
            <a:r>
              <a:rPr lang="en-US" sz="1500" dirty="0"/>
              <a:t>Higher RAM configurations are generally associated with higher average laptop prices. The 48 GB category has a particularly high average price, while 4 GB and 8 GB laptops have much lower average prices.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7745EA-56FD-7FDE-0611-3D104962FB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259" y="685794"/>
            <a:ext cx="5134478" cy="361165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4F034A8-366C-2E05-61BC-5AB3A488F5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674233"/>
            <a:ext cx="5285304" cy="3237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603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7933B7AB-2197-3E82-7067-4D81759C1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139BAD8B-3AD8-A885-1D6B-EC2FE4CBEE44}"/>
              </a:ext>
            </a:extLst>
          </p:cNvPr>
          <p:cNvSpPr txBox="1"/>
          <p:nvPr/>
        </p:nvSpPr>
        <p:spPr>
          <a:xfrm>
            <a:off x="464271" y="131464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170B7"/>
                </a:solidFill>
              </a:defRPr>
            </a:pPr>
            <a:r>
              <a:rPr lang="en-IN" dirty="0"/>
              <a:t>7. Average Price by SSD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552F84-8730-4D5A-263F-60289D760959}"/>
              </a:ext>
            </a:extLst>
          </p:cNvPr>
          <p:cNvSpPr txBox="1"/>
          <p:nvPr/>
        </p:nvSpPr>
        <p:spPr>
          <a:xfrm>
            <a:off x="464271" y="5107789"/>
            <a:ext cx="1154705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82828"/>
                </a:solidFill>
              </a:defRPr>
            </a:pPr>
            <a:r>
              <a:rPr lang="en-US" sz="1500" b="1" dirty="0"/>
              <a:t>Observation of 7: </a:t>
            </a:r>
            <a:r>
              <a:rPr lang="en-US" sz="1500" dirty="0"/>
              <a:t>The average laptop price generally increases as SSD capacity increases. The 2 TB category has a particularly high average price, while 256 GB and 32 GB laptops have much lower average prices.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9C344C-1B85-7C41-3638-92D95BBD87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3991" y="600953"/>
            <a:ext cx="8713518" cy="424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6214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41AD9E93-4AA3-28D8-C21D-3532F5009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8642AE17-4495-C7B5-FCE7-A3B0ADA8CB3B}"/>
              </a:ext>
            </a:extLst>
          </p:cNvPr>
          <p:cNvSpPr txBox="1"/>
          <p:nvPr/>
        </p:nvSpPr>
        <p:spPr>
          <a:xfrm>
            <a:off x="464271" y="17166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170B7"/>
                </a:solidFill>
              </a:defRPr>
            </a:pPr>
            <a:r>
              <a:rPr lang="en-IN" dirty="0"/>
              <a:t>8. Average Price by Processor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F35D68-12B8-C260-E155-17B14666C996}"/>
              </a:ext>
            </a:extLst>
          </p:cNvPr>
          <p:cNvSpPr txBox="1"/>
          <p:nvPr/>
        </p:nvSpPr>
        <p:spPr>
          <a:xfrm>
            <a:off x="464271" y="5654543"/>
            <a:ext cx="11547050" cy="1143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82828"/>
                </a:solidFill>
              </a:defRPr>
            </a:pPr>
            <a:r>
              <a:rPr lang="en-US" sz="1500" b="1" dirty="0"/>
              <a:t>Observation of 8: </a:t>
            </a:r>
            <a:r>
              <a:rPr lang="en-US" sz="1500" dirty="0"/>
              <a:t>Premium processors such as Apple M5 Max, Apple M5 Pro, Intel Core Ultra 9, and AMD Ryzen 9 are associated with much higher average laptop prices, while entry-level processors such as MediaTek, Intel Celeron, and Intel Pentium have lower average prices.</a:t>
            </a:r>
          </a:p>
          <a:p>
            <a:pPr>
              <a:spcAft>
                <a:spcPts val="1000"/>
              </a:spcAft>
              <a:defRPr sz="1500" b="0">
                <a:solidFill>
                  <a:srgbClr val="282828"/>
                </a:solidFill>
              </a:defRPr>
            </a:pPr>
            <a:endParaRPr lang="en-US" sz="15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C2194B-2D40-1A44-056E-C4920B4E55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6498"/>
            <a:ext cx="12067880" cy="5185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9289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7E22D57D-4588-AC18-6DC5-24A9B5EDA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1F1026A-A429-050C-1D85-4B14E398493B}"/>
              </a:ext>
            </a:extLst>
          </p:cNvPr>
          <p:cNvSpPr txBox="1"/>
          <p:nvPr/>
        </p:nvSpPr>
        <p:spPr>
          <a:xfrm>
            <a:off x="870015" y="5558703"/>
            <a:ext cx="1154705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82828"/>
                </a:solidFill>
              </a:defRPr>
            </a:pPr>
            <a:r>
              <a:rPr lang="en-US" sz="1500" b="1" dirty="0"/>
              <a:t>Observation of 9: </a:t>
            </a:r>
            <a:r>
              <a:rPr lang="en-US" sz="1500" dirty="0"/>
              <a:t>Premium-priced laptops are generally associated with higher RAM and SSD configurations. Apple dominates the highest-priced combinations, while ASUS, MSI, Samsung, and Lenovo also appear among the higher-priced configurations.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31B4CF-25A5-595E-0C4D-E105CE3BD5B3}"/>
              </a:ext>
            </a:extLst>
          </p:cNvPr>
          <p:cNvSpPr txBox="1"/>
          <p:nvPr/>
        </p:nvSpPr>
        <p:spPr>
          <a:xfrm>
            <a:off x="464271" y="131464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170B7"/>
                </a:solidFill>
              </a:defRPr>
            </a:pPr>
            <a:r>
              <a:rPr lang="en-IN" dirty="0"/>
              <a:t>9. Top15 - Average Price by </a:t>
            </a:r>
            <a:r>
              <a:rPr lang="en-IN" sz="1800" dirty="0"/>
              <a:t>Brand, RAM and SSD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EF8589-C5A8-3700-11F0-E9DEBB55D4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671" y="715446"/>
            <a:ext cx="10287000" cy="4601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3419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416040AC-44F4-4B0F-12B7-6D5559AEC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89D7217-8C07-738D-D0EB-D3386E3E9D43}"/>
              </a:ext>
            </a:extLst>
          </p:cNvPr>
          <p:cNvSpPr txBox="1"/>
          <p:nvPr/>
        </p:nvSpPr>
        <p:spPr>
          <a:xfrm>
            <a:off x="870015" y="5558703"/>
            <a:ext cx="1154705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82828"/>
                </a:solidFill>
              </a:defRPr>
            </a:pPr>
            <a:r>
              <a:rPr lang="en-US" sz="1500" b="1" dirty="0"/>
              <a:t>Observation of 10: </a:t>
            </a:r>
            <a:r>
              <a:rPr lang="en-US" sz="1500" dirty="0"/>
              <a:t>HP and ASUS have the largest number of premium laptops in the scraped dataset, while Lenovo also has a strong presence. Apple has fewer premium listings by count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EEA179-0E7D-462E-D771-4D1223563BD8}"/>
              </a:ext>
            </a:extLst>
          </p:cNvPr>
          <p:cNvSpPr txBox="1"/>
          <p:nvPr/>
        </p:nvSpPr>
        <p:spPr>
          <a:xfrm>
            <a:off x="464271" y="131464"/>
            <a:ext cx="60944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170B7"/>
                </a:solidFill>
              </a:defRPr>
            </a:pPr>
            <a:r>
              <a:rPr lang="en-IN" dirty="0"/>
              <a:t>10. </a:t>
            </a:r>
            <a:r>
              <a:rPr lang="en-IN" sz="1800" dirty="0"/>
              <a:t>Premium Laptops Brand Distribution</a:t>
            </a:r>
          </a:p>
          <a:p>
            <a:pPr>
              <a:defRPr sz="1800" b="1">
                <a:solidFill>
                  <a:srgbClr val="3170B7"/>
                </a:solidFill>
              </a:defRPr>
            </a:pPr>
            <a:endParaRPr lang="en-IN" sz="1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8CF233-DAC1-AFF0-68DC-01FE980696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8577" y="509048"/>
            <a:ext cx="9144018" cy="4864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5400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BA79AEA5-2C45-117B-D0D9-4133DE9C8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2AA75F9-7EEF-6F70-FC55-5D5138E47155}"/>
              </a:ext>
            </a:extLst>
          </p:cNvPr>
          <p:cNvSpPr txBox="1"/>
          <p:nvPr/>
        </p:nvSpPr>
        <p:spPr>
          <a:xfrm>
            <a:off x="502920" y="228600"/>
            <a:ext cx="380424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114300">
              <a:spcAft>
                <a:spcPts val="1000"/>
              </a:spcAft>
              <a:defRPr sz="1600" b="0">
                <a:solidFill>
                  <a:srgbClr val="282828"/>
                </a:solidFill>
              </a:defRPr>
            </a:pPr>
            <a:r>
              <a:rPr lang="en-US" sz="3200" b="1" dirty="0">
                <a:solidFill>
                  <a:srgbClr val="FF0000"/>
                </a:solidFill>
              </a:rPr>
              <a:t>Business Insights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7F1003-E5E1-09E3-BCB9-684B710652EB}"/>
              </a:ext>
            </a:extLst>
          </p:cNvPr>
          <p:cNvSpPr txBox="1"/>
          <p:nvPr/>
        </p:nvSpPr>
        <p:spPr>
          <a:xfrm>
            <a:off x="746858" y="1008369"/>
            <a:ext cx="8887336" cy="46833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300" b="0">
                <a:solidFill>
                  <a:srgbClr val="282828"/>
                </a:solidFill>
              </a:defRPr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ASUS, HP and Acer account for approximately 70% of the scraped listings, showing strong brand concentration.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300" b="0">
                <a:solidFill>
                  <a:srgbClr val="282828"/>
                </a:solidFill>
              </a:defRPr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Intel processors have a strong market presence, with Intel Core i5 being the most common processor.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300" b="0">
                <a:solidFill>
                  <a:srgbClr val="282828"/>
                </a:solidFill>
              </a:defRPr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 GB and 16 GB RAM represent the mainstream configurations, with 16 GB leading.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300" b="0">
                <a:solidFill>
                  <a:srgbClr val="282828"/>
                </a:solidFill>
              </a:defRPr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512 GB SSD is the dominant storage configuration in the dataset.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300" b="0">
                <a:solidFill>
                  <a:srgbClr val="282828"/>
                </a:solidFill>
              </a:defRPr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Apple has strong premium price positioning with the highest average price.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300" b="0">
                <a:solidFill>
                  <a:srgbClr val="282828"/>
                </a:solidFill>
              </a:defRPr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Higher RAM configurations are generally associated with higher average prices.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300" b="0">
                <a:solidFill>
                  <a:srgbClr val="282828"/>
                </a:solidFill>
              </a:defRPr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Higher SSD capacities are generally associated with higher average prices.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300" b="0">
                <a:solidFill>
                  <a:srgbClr val="282828"/>
                </a:solidFill>
              </a:defRPr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HP, ASUS and Lenovo dominate premium listings by count, while Apple has stronger premium price positioning.</a:t>
            </a:r>
          </a:p>
        </p:txBody>
      </p:sp>
    </p:spTree>
    <p:extLst>
      <p:ext uri="{BB962C8B-B14F-4D97-AF65-F5344CB8AC3E}">
        <p14:creationId xmlns:p14="http://schemas.microsoft.com/office/powerpoint/2010/main" val="3029188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6C9F7706-5895-99B6-66A7-135438190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FA494E4-2DF4-130D-E18A-544F776DE537}"/>
              </a:ext>
            </a:extLst>
          </p:cNvPr>
          <p:cNvSpPr txBox="1"/>
          <p:nvPr/>
        </p:nvSpPr>
        <p:spPr>
          <a:xfrm>
            <a:off x="502920" y="370002"/>
            <a:ext cx="396615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114300">
              <a:spcAft>
                <a:spcPts val="1000"/>
              </a:spcAft>
              <a:defRPr sz="1600" b="0">
                <a:solidFill>
                  <a:srgbClr val="282828"/>
                </a:solidFill>
              </a:defRPr>
            </a:pPr>
            <a:r>
              <a:rPr lang="en-IN" sz="3200" b="1" dirty="0">
                <a:solidFill>
                  <a:srgbClr val="FF0000"/>
                </a:solidFill>
              </a:rPr>
              <a:t>Recommendations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784BC6-D96E-7146-DF06-4C8A4581265B}"/>
              </a:ext>
            </a:extLst>
          </p:cNvPr>
          <p:cNvSpPr txBox="1"/>
          <p:nvPr/>
        </p:nvSpPr>
        <p:spPr>
          <a:xfrm>
            <a:off x="746858" y="1281746"/>
            <a:ext cx="8887336" cy="33752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700" b="0">
                <a:solidFill>
                  <a:srgbClr val="282828"/>
                </a:solidFill>
              </a:defRPr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Prioritize 8 GB and 16 GB RAM laptops for mainstream customers.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700" b="0">
                <a:solidFill>
                  <a:srgbClr val="282828"/>
                </a:solidFill>
              </a:defRPr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Maintain strong inventory of 512 GB SSD laptops and offer 1 TB/2 TB as premium alternatives.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700" b="0">
                <a:solidFill>
                  <a:srgbClr val="282828"/>
                </a:solidFill>
              </a:defRPr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Maintain premium offerings from HP, ASUS and Lenovo while positioning Apple for higher-budget customers.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700" b="0">
                <a:solidFill>
                  <a:srgbClr val="282828"/>
                </a:solidFill>
              </a:defRPr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higher RAM and SSD configurations to create premium offerings and upselling opportunities.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700" b="0">
                <a:solidFill>
                  <a:srgbClr val="282828"/>
                </a:solidFill>
              </a:defRPr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Maintain a balanced portfolio covering high-demand mainstream brands and higher-specification premium models.</a:t>
            </a:r>
          </a:p>
        </p:txBody>
      </p:sp>
    </p:spTree>
    <p:extLst>
      <p:ext uri="{BB962C8B-B14F-4D97-AF65-F5344CB8AC3E}">
        <p14:creationId xmlns:p14="http://schemas.microsoft.com/office/powerpoint/2010/main" val="29828344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FC63AFF8-5B1D-591A-1A1B-48D4EBF35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78E43CA-4A4C-940D-E994-57E25732F906}"/>
              </a:ext>
            </a:extLst>
          </p:cNvPr>
          <p:cNvSpPr txBox="1"/>
          <p:nvPr/>
        </p:nvSpPr>
        <p:spPr>
          <a:xfrm>
            <a:off x="502920" y="228600"/>
            <a:ext cx="267092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dirty="0">
                <a:solidFill>
                  <a:srgbClr val="FF0000"/>
                </a:solidFill>
                <a:latin typeface="Arial Black" panose="020B0A040201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EE476F-142F-A100-0DB8-E25FC8806C0E}"/>
              </a:ext>
            </a:extLst>
          </p:cNvPr>
          <p:cNvSpPr txBox="1"/>
          <p:nvPr/>
        </p:nvSpPr>
        <p:spPr>
          <a:xfrm>
            <a:off x="794209" y="1161121"/>
            <a:ext cx="10291714" cy="3688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282828"/>
                </a:solidFill>
              </a:defRPr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cleaned dataset contains 550 unique laptop listings.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 b="0">
                <a:solidFill>
                  <a:srgbClr val="282828"/>
                </a:solidFill>
              </a:defRPr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ASUS, HP and Acer dominate the scraped market by listing count.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 b="0">
                <a:solidFill>
                  <a:srgbClr val="282828"/>
                </a:solidFill>
              </a:defRPr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16 GB RAM and 512 GB SSD are the most common configurations.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 b="0">
                <a:solidFill>
                  <a:srgbClr val="282828"/>
                </a:solidFill>
              </a:defRPr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Brand, RAM, SSD and processor are strongly associated with differences in average laptop price.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 b="0">
                <a:solidFill>
                  <a:srgbClr val="282828"/>
                </a:solidFill>
              </a:defRPr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Premium laptops represent 93 listings above ₹1,00,000.</a:t>
            </a:r>
          </a:p>
          <a:p>
            <a:pPr>
              <a:spcAft>
                <a:spcPts val="1000"/>
              </a:spcAft>
              <a:defRPr sz="1800" b="0">
                <a:solidFill>
                  <a:srgbClr val="282828"/>
                </a:solidFill>
              </a:defRPr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analysis provides a data-driven view of product availability, pricing and premium-market positioning.</a:t>
            </a:r>
          </a:p>
        </p:txBody>
      </p:sp>
    </p:spTree>
    <p:extLst>
      <p:ext uri="{BB962C8B-B14F-4D97-AF65-F5344CB8AC3E}">
        <p14:creationId xmlns:p14="http://schemas.microsoft.com/office/powerpoint/2010/main" val="12630309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4F5288BB-CF5E-017E-63F7-2EA409AFC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15A65AA-320E-9BA8-B45A-4AB5C9B10D66}"/>
              </a:ext>
            </a:extLst>
          </p:cNvPr>
          <p:cNvSpPr txBox="1"/>
          <p:nvPr/>
        </p:nvSpPr>
        <p:spPr>
          <a:xfrm>
            <a:off x="502920" y="228600"/>
            <a:ext cx="278634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114300">
              <a:spcAft>
                <a:spcPts val="1000"/>
              </a:spcAft>
              <a:defRPr sz="1600" b="0">
                <a:solidFill>
                  <a:srgbClr val="282828"/>
                </a:solidFill>
              </a:defRPr>
            </a:pPr>
            <a:r>
              <a:rPr lang="en-US" sz="3200" b="1" dirty="0">
                <a:solidFill>
                  <a:srgbClr val="FF0000"/>
                </a:solidFill>
                <a:latin typeface="Arial Black" panose="020B0A04020102020204" pitchFamily="34" charset="0"/>
              </a:rPr>
              <a:t>Challenges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079E7E-820A-324E-3BFC-CE5DBFE955AE}"/>
              </a:ext>
            </a:extLst>
          </p:cNvPr>
          <p:cNvSpPr txBox="1"/>
          <p:nvPr/>
        </p:nvSpPr>
        <p:spPr>
          <a:xfrm>
            <a:off x="681088" y="1214779"/>
            <a:ext cx="9377312" cy="3688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 b="0">
                <a:solidFill>
                  <a:srgbClr val="282828"/>
                </a:solidFill>
              </a:defRPr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Handling missing values in scraped product attributes.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 b="0">
                <a:solidFill>
                  <a:srgbClr val="282828"/>
                </a:solidFill>
              </a:defRPr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Removing duplicate product records across multiple scraped pages.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 b="0">
                <a:solidFill>
                  <a:srgbClr val="282828"/>
                </a:solidFill>
              </a:defRPr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Extracting specifications from inconsistent text formats using Regular Expressions.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 b="0">
                <a:solidFill>
                  <a:srgbClr val="282828"/>
                </a:solidFill>
              </a:defRPr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Handling SSD values recorded in both GB and TB.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 b="0">
                <a:solidFill>
                  <a:srgbClr val="282828"/>
                </a:solidFill>
              </a:defRPr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Identifying and correcting unrealistic display-size values.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 b="0">
                <a:solidFill>
                  <a:srgbClr val="282828"/>
                </a:solidFill>
              </a:defRPr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Interpreting statistical outliers without removing legitimate premium products.</a:t>
            </a:r>
          </a:p>
        </p:txBody>
      </p:sp>
    </p:spTree>
    <p:extLst>
      <p:ext uri="{BB962C8B-B14F-4D97-AF65-F5344CB8AC3E}">
        <p14:creationId xmlns:p14="http://schemas.microsoft.com/office/powerpoint/2010/main" val="2984542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3A518DD4-E48F-4033-2987-2DD741D54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2F25B72-0F81-5CD7-07E6-4E8A447B4BA4}"/>
              </a:ext>
            </a:extLst>
          </p:cNvPr>
          <p:cNvSpPr txBox="1"/>
          <p:nvPr/>
        </p:nvSpPr>
        <p:spPr>
          <a:xfrm>
            <a:off x="502920" y="228600"/>
            <a:ext cx="511550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114300">
              <a:spcAft>
                <a:spcPts val="1000"/>
              </a:spcAft>
              <a:defRPr sz="1600" b="0">
                <a:solidFill>
                  <a:srgbClr val="282828"/>
                </a:solidFill>
              </a:defRPr>
            </a:pPr>
            <a:r>
              <a:rPr lang="en-IN" sz="3200" b="1" dirty="0">
                <a:solidFill>
                  <a:srgbClr val="FF0000"/>
                </a:solidFill>
                <a:latin typeface="Arial Black" panose="020B0A04020102020204" pitchFamily="34" charset="0"/>
              </a:rPr>
              <a:t>Future Improvements</a:t>
            </a:r>
            <a:endParaRPr lang="en-US" sz="3200" b="1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1746EC-E769-15C2-120D-722406E2197C}"/>
              </a:ext>
            </a:extLst>
          </p:cNvPr>
          <p:cNvSpPr txBox="1"/>
          <p:nvPr/>
        </p:nvSpPr>
        <p:spPr>
          <a:xfrm>
            <a:off x="775354" y="612497"/>
            <a:ext cx="8811705" cy="42986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 b="0">
                <a:solidFill>
                  <a:srgbClr val="282828"/>
                </a:solidFill>
              </a:defRPr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Scrape additional pages and more e-commerce platforms for broader market coverage.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 b="0">
                <a:solidFill>
                  <a:srgbClr val="282828"/>
                </a:solidFill>
              </a:defRPr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Collect laptop GPU, operating system, warranty and battery information.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 b="0">
                <a:solidFill>
                  <a:srgbClr val="282828"/>
                </a:solidFill>
              </a:defRPr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Standardize processor families for cleaner processor-level comparisons.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 b="0">
                <a:solidFill>
                  <a:srgbClr val="282828"/>
                </a:solidFill>
              </a:defRPr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Track prices over time to analyze price changes and discount trends.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 b="0">
                <a:solidFill>
                  <a:srgbClr val="282828"/>
                </a:solidFill>
              </a:defRPr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Build an interactive Power BI dashboard for dynamic business analysis.</a:t>
            </a:r>
          </a:p>
        </p:txBody>
      </p:sp>
    </p:spTree>
    <p:extLst>
      <p:ext uri="{BB962C8B-B14F-4D97-AF65-F5344CB8AC3E}">
        <p14:creationId xmlns:p14="http://schemas.microsoft.com/office/powerpoint/2010/main" val="16556449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 dirty="0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897</TotalTime>
  <Words>1937</Words>
  <Application>Microsoft Office PowerPoint</Application>
  <PresentationFormat>Widescreen</PresentationFormat>
  <Paragraphs>241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Arial Black</vt:lpstr>
      <vt:lpstr>Calibri</vt:lpstr>
      <vt:lpstr>Libre Baskerville</vt:lpstr>
      <vt:lpstr>Office Theme</vt:lpstr>
      <vt:lpstr>PowerPoint Presentation</vt:lpstr>
      <vt:lpstr>PowerPoint Presentation</vt:lpstr>
      <vt:lpstr>Agenda 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Aravind Marikanti</cp:lastModifiedBy>
  <cp:revision>1</cp:revision>
  <dcterms:created xsi:type="dcterms:W3CDTF">2021-02-16T05:19:01Z</dcterms:created>
  <dcterms:modified xsi:type="dcterms:W3CDTF">2026-10-08T07:26:29Z</dcterms:modified>
</cp:coreProperties>
</file>